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e3de5535144a3c" /><Relationship Type="http://schemas.openxmlformats.org/officeDocument/2006/relationships/extended-properties" Target="/docProps/app.xml" Id="R583c8d07358f41e1" /><Relationship Type="http://schemas.openxmlformats.org/officeDocument/2006/relationships/officeDocument" Target="/ppt/presentation.xml" Id="R0d23a2da69e34d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5e146c14e64ceb"/>
  </p:sldMasterIdLst>
  <p:notesMasterIdLst>
    <p:notesMasterId xmlns:r="http://schemas.openxmlformats.org/officeDocument/2006/relationships" r:id="Rc419742ef7e64d7e"/>
  </p:notesMasterIdLst>
  <p:sldIdLst>
    <p:sldId xmlns:r="http://schemas.openxmlformats.org/officeDocument/2006/relationships" id="256" r:id="R003307a4d779437a"/>
    <p:sldId xmlns:r="http://schemas.openxmlformats.org/officeDocument/2006/relationships" id="257" r:id="Rea2adfe8ab0d4d5b"/>
    <p:sldId xmlns:r="http://schemas.openxmlformats.org/officeDocument/2006/relationships" id="258" r:id="R2b45e21ba46e49f7"/>
    <p:sldId xmlns:r="http://schemas.openxmlformats.org/officeDocument/2006/relationships" id="259" r:id="R6a16d937376d45ff"/>
    <p:sldId xmlns:r="http://schemas.openxmlformats.org/officeDocument/2006/relationships" id="260" r:id="R047181271642454f"/>
    <p:sldId xmlns:r="http://schemas.openxmlformats.org/officeDocument/2006/relationships" id="261" r:id="R45e2bf831dd540a4"/>
    <p:sldId xmlns:r="http://schemas.openxmlformats.org/officeDocument/2006/relationships" id="262" r:id="Rd5a404161bf44354"/>
    <p:sldId xmlns:r="http://schemas.openxmlformats.org/officeDocument/2006/relationships" id="263" r:id="R2cbf758746004c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6dbfde51504438" /><Relationship Type="http://schemas.openxmlformats.org/officeDocument/2006/relationships/slideMaster" Target="/ppt/slideMasters/slideMaster1.xml" Id="R2a5e146c14e64ceb" /><Relationship Type="http://schemas.openxmlformats.org/officeDocument/2006/relationships/notesMaster" Target="/ppt/notesMasters/notesMaster1.xml" Id="Rc419742ef7e64d7e" /><Relationship Type="http://schemas.openxmlformats.org/officeDocument/2006/relationships/presProps" Target="/ppt/presProps.xml" Id="R2889af4b0b9e402e" /><Relationship Type="http://schemas.openxmlformats.org/officeDocument/2006/relationships/tableStyles" Target="/ppt/tableStyles.xml" Id="R4ed0b5e273e34f35" /><Relationship Type="http://schemas.openxmlformats.org/officeDocument/2006/relationships/slide" Target="/ppt/slides/slide1.xml" Id="R003307a4d779437a" /><Relationship Type="http://schemas.openxmlformats.org/officeDocument/2006/relationships/slide" Target="/ppt/slides/slide2.xml" Id="Rea2adfe8ab0d4d5b" /><Relationship Type="http://schemas.openxmlformats.org/officeDocument/2006/relationships/slide" Target="/ppt/slides/slide3.xml" Id="R2b45e21ba46e49f7" /><Relationship Type="http://schemas.openxmlformats.org/officeDocument/2006/relationships/slide" Target="/ppt/slides/slide4.xml" Id="R6a16d937376d45ff" /><Relationship Type="http://schemas.openxmlformats.org/officeDocument/2006/relationships/slide" Target="/ppt/slides/slide5.xml" Id="R047181271642454f" /><Relationship Type="http://schemas.openxmlformats.org/officeDocument/2006/relationships/slide" Target="/ppt/slides/slide6.xml" Id="R45e2bf831dd540a4" /><Relationship Type="http://schemas.openxmlformats.org/officeDocument/2006/relationships/slide" Target="/ppt/slides/slide7.xml" Id="Rd5a404161bf44354" /><Relationship Type="http://schemas.openxmlformats.org/officeDocument/2006/relationships/slide" Target="/ppt/slides/slide8.xml" Id="R2cbf758746004c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3f0bdeb3b642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4a9b3863bc479d" /><Relationship Type="http://schemas.openxmlformats.org/officeDocument/2006/relationships/notesMaster" Target="/ppt/notesMasters/notesMaster1.xml" Id="Rd92fdecaa10045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6a7e238fb5456e" /><Relationship Type="http://schemas.openxmlformats.org/officeDocument/2006/relationships/notesMaster" Target="/ppt/notesMasters/notesMaster1.xml" Id="Rf53bd3c6a3d347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7b110e7c624596" /><Relationship Type="http://schemas.openxmlformats.org/officeDocument/2006/relationships/notesMaster" Target="/ppt/notesMasters/notesMaster1.xml" Id="R2a4fbdca281a4f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88a80c0f5d4ccb" /><Relationship Type="http://schemas.openxmlformats.org/officeDocument/2006/relationships/notesMaster" Target="/ppt/notesMasters/notesMaster1.xml" Id="R5a2a351bfac548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004e62f30942dc" /><Relationship Type="http://schemas.openxmlformats.org/officeDocument/2006/relationships/notesMaster" Target="/ppt/notesMasters/notesMaster1.xml" Id="Rbc54611610864f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f5ba1779fa4f08" /><Relationship Type="http://schemas.openxmlformats.org/officeDocument/2006/relationships/notesMaster" Target="/ppt/notesMasters/notesMaster1.xml" Id="R78255922acc24b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469a7ecd914d75" /><Relationship Type="http://schemas.openxmlformats.org/officeDocument/2006/relationships/notesMaster" Target="/ppt/notesMasters/notesMaster1.xml" Id="R0c3faa972dfe49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e8f6b30fb44b77" /><Relationship Type="http://schemas.openxmlformats.org/officeDocument/2006/relationships/notesMaster" Target="/ppt/notesMasters/notesMaster1.xml" Id="Re612e97259304b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025f1af9a042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ecf8a53efa49a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01c56dabf340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51e8c7040c41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50cc629a843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d0661530f43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F001DB-8393-4D51-A615-76574A1252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D96E74F-E15C-47F9-B072-7F54208C015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834CED8-89FA-46A7-A6D1-A289E15680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7ABEAB-3823-4C8D-8560-86F564BC18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3F99FC2-037A-4BBA-A22A-64C43106BE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544E8C7-3E72-47AE-9D6F-F34A047C3B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2526DC-3D1E-4D22-B03A-43CAEB86C6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D145AF9-1BDA-4171-AFBD-E34189D3FE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684E49-6ADA-425E-99ED-5CC3575BAF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6D8422-1934-47ED-B3B1-6339D9794B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648f0524d342e6" /><Relationship Type="http://schemas.openxmlformats.org/officeDocument/2006/relationships/slideLayout" Target="/ppt/slideLayouts/slideLayout1.xml" Id="R56653b06ab554f79" /><Relationship Type="http://schemas.openxmlformats.org/officeDocument/2006/relationships/slideLayout" Target="/ppt/slideLayouts/slideLayout2.xml" Id="R89b2c1960a5c43ca" /><Relationship Type="http://schemas.openxmlformats.org/officeDocument/2006/relationships/slideLayout" Target="/ppt/slideLayouts/slideLayout3.xml" Id="R36d268d26bf94b4b" /><Relationship Type="http://schemas.openxmlformats.org/officeDocument/2006/relationships/slideLayout" Target="/ppt/slideLayouts/slideLayout4.xml" Id="Rfe5d0f40a1104e13" /><Relationship Type="http://schemas.openxmlformats.org/officeDocument/2006/relationships/slideLayout" Target="/ppt/slideLayouts/slideLayout5.xml" Id="R018d8e9b321f446e" /><Relationship Type="http://schemas.openxmlformats.org/officeDocument/2006/relationships/slideLayout" Target="/ppt/slideLayouts/slideLayout6.xml" Id="R69f4f3b3b1d34d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653b06ab554f79"/>
    <p:sldLayoutId xmlns:r="http://schemas.openxmlformats.org/officeDocument/2006/relationships" id="2147483650" r:id="R89b2c1960a5c43ca"/>
    <p:sldLayoutId xmlns:r="http://schemas.openxmlformats.org/officeDocument/2006/relationships" id="2147483651" r:id="R36d268d26bf94b4b"/>
    <p:sldLayoutId xmlns:r="http://schemas.openxmlformats.org/officeDocument/2006/relationships" id="2147483652" r:id="Rfe5d0f40a1104e13"/>
    <p:sldLayoutId xmlns:r="http://schemas.openxmlformats.org/officeDocument/2006/relationships" id="2147483653" r:id="R018d8e9b321f446e"/>
    <p:sldLayoutId xmlns:r="http://schemas.openxmlformats.org/officeDocument/2006/relationships" id="2147483654" r:id="R69f4f3b3b1d34d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749a70b29e472f" /><Relationship Type="http://schemas.openxmlformats.org/officeDocument/2006/relationships/image" Target="/ppt/media/image.png" Id="Rb3dcb00700df4786" /><Relationship Type="http://schemas.openxmlformats.org/officeDocument/2006/relationships/notesSlide" Target="/ppt/notesSlides/notesSlide1.xml" Id="R61f6d17d683646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7079f396324898" /><Relationship Type="http://schemas.openxmlformats.org/officeDocument/2006/relationships/notesSlide" Target="/ppt/notesSlides/notesSlide2.xml" Id="R95f80e6be2fd4e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c10be8efa44576" /><Relationship Type="http://schemas.openxmlformats.org/officeDocument/2006/relationships/notesSlide" Target="/ppt/notesSlides/notesSlide3.xml" Id="R4c60ca88218d42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cca2e78c44425d" /><Relationship Type="http://schemas.openxmlformats.org/officeDocument/2006/relationships/notesSlide" Target="/ppt/notesSlides/notesSlide4.xml" Id="R08f1595b1dd843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c43cf277c54f44" /><Relationship Type="http://schemas.openxmlformats.org/officeDocument/2006/relationships/notesSlide" Target="/ppt/notesSlides/notesSlide5.xml" Id="R3fa91856214f43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cb6dd84dff4c0b" /><Relationship Type="http://schemas.openxmlformats.org/officeDocument/2006/relationships/notesSlide" Target="/ppt/notesSlides/notesSlide6.xml" Id="R68ee4385eeb24c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03bf469a6647dd" /><Relationship Type="http://schemas.openxmlformats.org/officeDocument/2006/relationships/notesSlide" Target="/ppt/notesSlides/notesSlide7.xml" Id="Rc34318c2808c4c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46865143c943b0" /><Relationship Type="http://schemas.openxmlformats.org/officeDocument/2006/relationships/notesSlide" Target="/ppt/notesSlides/notesSlide8.xml" Id="R94d8038e56694a00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0D1728"/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9" name="">
            <ns1:extLst>
              <ns1:ext uri="{FF2B5EF4-FFF2-40B4-BE49-F238E27FC236}">
                <ns2:creationId id="{73131952-5230-4C79-9ED5-EFB919C5457A}"/>
              </ns1:ext>
            </ns1:extLst>
          </ns0:cNvPr>
          <ns0:cNvPicPr>
            <ns1:picLocks noChangeAspect="1"/>
          </ns0:cNvPicPr>
          <ns0:nvPr/>
        </ns0:nvPicPr>
        <ns0:blipFill>
          <ns1:blip ns3:embed="Rb3dcb00700df4786"/>
          <ns1:srcRect l="12000" t="0" r="0" b="0"/>
          <ns1:stretch/>
        </ns0:blipFill>
        <ns0:spPr>
          <ns1:xfrm>
            <ns1:off x="4857750" y="0"/>
            <ns1:ext cx="7334250" cy="6858000"/>
          </ns1:xfrm>
          <ns1:prstGeom prst="rect">
            <ns1:avLst/>
          </ns1:prstGeom>
        </ns0:spPr>
      </ns0:pic>
      <ns0:sp>
        <ns0:nvSpPr>
          <ns0:cNvPr id="2" name="">
            <ns1:extLst>
              <ns1:ext uri="{FF2B5EF4-FFF2-40B4-BE49-F238E27FC236}">
                <ns2:creationId id="{2EEFD133-6B14-42A2-9BB1-75115EB928D1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6191250" cy="6858000"/>
          </ns1:xfrm>
          <ns1:prstGeom prst="rect">
            <ns1:avLst/>
          </ns1:prstGeom>
          <ns1:solidFill>
            <ns1:srgbClr val="0D1728"/>
          </ns1:solidFill>
          <ns1:ln w="0">
            <ns1:noFill/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CDA5EFFE-47D3-4352-8658-F5420F4966A8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52450"/>
            <ns1:ext cx="33337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1">
                <ns1:solidFill>
                  <ns1:srgbClr val="F47B61"/>
                </ns1:solidFill>
              </ns1:defRPr>
            </ns1:defPPr>
            <ns1:lvl1pPr algn="l">
              <ns1:defRPr sz="1275" b="1">
                <ns1:solidFill>
                  <ns1:srgbClr val="F47B61"/>
                </ns1:solidFill>
              </ns1:defRPr>
            </ns1:lvl1pPr>
            <ns1:lvl2pPr algn="l">
              <ns1:defRPr sz="1275" b="1">
                <ns1:solidFill>
                  <ns1:srgbClr val="F47B61"/>
                </ns1:solidFill>
              </ns1:defRPr>
            </ns1:lvl2pPr>
            <ns1:lvl3pPr algn="l">
              <ns1:defRPr sz="1275" b="1">
                <ns1:solidFill>
                  <ns1:srgbClr val="F47B61"/>
                </ns1:solidFill>
              </ns1:defRPr>
            </ns1:lvl3pPr>
            <ns1:lvl4pPr algn="l">
              <ns1:defRPr sz="1275" b="1">
                <ns1:solidFill>
                  <ns1:srgbClr val="F47B61"/>
                </ns1:solidFill>
              </ns1:defRPr>
            </ns1:lvl4pPr>
            <ns1:lvl5pPr algn="l">
              <ns1:defRPr sz="1275" b="1">
                <ns1:solidFill>
                  <ns1:srgbClr val="F47B61"/>
                </ns1:solidFill>
              </ns1:defRPr>
            </ns1:lvl5pPr>
            <ns1:lvl6pPr algn="l">
              <ns1:defRPr sz="1275" b="1">
                <ns1:solidFill>
                  <ns1:srgbClr val="F47B61"/>
                </ns1:solidFill>
              </ns1:defRPr>
            </ns1:lvl6pPr>
            <ns1:lvl7pPr algn="l">
              <ns1:defRPr sz="1275" b="1">
                <ns1:solidFill>
                  <ns1:srgbClr val="F47B61"/>
                </ns1:solidFill>
              </ns1:defRPr>
            </ns1:lvl7pPr>
            <ns1:lvl8pPr algn="l">
              <ns1:defRPr sz="1275" b="1">
                <ns1:solidFill>
                  <ns1:srgbClr val="F47B61"/>
                </ns1:solidFill>
              </ns1:defRPr>
            </ns1:lvl8pPr>
            <ns1:lvl9pPr algn="l">
              <ns1:defRPr sz="1275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275" b="1">
                <ns1:solidFill>
                  <ns1:srgbClr val="F47B61"/>
                </ns1:solidFill>
              </ns1:defRPr>
            </ns1:pPr>
            <ns1:r>
              <ns1:rPr sz="1275" b="1" lang="ru-RU">
                <ns1:solidFill>
                  <ns1:srgbClr val="F47B61"/>
                </ns1:solidFill>
              </ns1:rPr>
              <ns1:t>KOPYTOV DIGITAL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50E7B044-B046-43E7-830F-A3F4BB0ABED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476375"/>
            <ns1:ext cx="4953000" cy="1381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600" b="1">
                <ns1:solidFill>
                  <ns1:srgbClr val="FFFFFF"/>
                </ns1:solidFill>
              </ns1:defRPr>
            </ns1:defPPr>
            <ns1:lvl1pPr algn="l">
              <ns1:defRPr sz="3600" b="1">
                <ns1:solidFill>
                  <ns1:srgbClr val="FFFFFF"/>
                </ns1:solidFill>
              </ns1:defRPr>
            </ns1:lvl1pPr>
            <ns1:lvl2pPr algn="l">
              <ns1:defRPr sz="3600" b="1">
                <ns1:solidFill>
                  <ns1:srgbClr val="FFFFFF"/>
                </ns1:solidFill>
              </ns1:defRPr>
            </ns1:lvl2pPr>
            <ns1:lvl3pPr algn="l">
              <ns1:defRPr sz="3600" b="1">
                <ns1:solidFill>
                  <ns1:srgbClr val="FFFFFF"/>
                </ns1:solidFill>
              </ns1:defRPr>
            </ns1:lvl3pPr>
            <ns1:lvl4pPr algn="l">
              <ns1:defRPr sz="3600" b="1">
                <ns1:solidFill>
                  <ns1:srgbClr val="FFFFFF"/>
                </ns1:solidFill>
              </ns1:defRPr>
            </ns1:lvl4pPr>
            <ns1:lvl5pPr algn="l">
              <ns1:defRPr sz="3600" b="1">
                <ns1:solidFill>
                  <ns1:srgbClr val="FFFFFF"/>
                </ns1:solidFill>
              </ns1:defRPr>
            </ns1:lvl5pPr>
            <ns1:lvl6pPr algn="l">
              <ns1:defRPr sz="3600" b="1">
                <ns1:solidFill>
                  <ns1:srgbClr val="FFFFFF"/>
                </ns1:solidFill>
              </ns1:defRPr>
            </ns1:lvl6pPr>
            <ns1:lvl7pPr algn="l">
              <ns1:defRPr sz="3600" b="1">
                <ns1:solidFill>
                  <ns1:srgbClr val="FFFFFF"/>
                </ns1:solidFill>
              </ns1:defRPr>
            </ns1:lvl7pPr>
            <ns1:lvl8pPr algn="l">
              <ns1:defRPr sz="3600" b="1">
                <ns1:solidFill>
                  <ns1:srgbClr val="FFFFFF"/>
                </ns1:solidFill>
              </ns1:defRPr>
            </ns1:lvl8pPr>
            <ns1:lvl9pPr algn="l">
              <ns1:defRPr sz="360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3600" b="1">
                <ns1:solidFill>
                  <ns1:srgbClr val="FFFFFF"/>
                </ns1:solidFill>
              </ns1:defRPr>
            </ns1:pPr>
            <ns1:r>
              <ns1:rPr sz="3600" b="1" lang="ru-RU">
                <ns1:solidFill>
                  <ns1:srgbClr val="FFFFFF"/>
                </ns1:solidFill>
              </ns1:rPr>
              <ns1:t>Цифровая студия</ns1:t>
            </ns1:r>
          </ns1:p>
          <ns1:p>
            <ns1:pPr algn="l">
              <ns1:defRPr sz="3600" b="1">
                <ns1:solidFill>
                  <ns1:srgbClr val="FFFFFF"/>
                </ns1:solidFill>
              </ns1:defRPr>
            </ns1:pPr>
            <ns1:r>
              <ns1:rPr sz="3600" b="1" lang="ru-RU">
                <ns1:solidFill>
                  <ns1:srgbClr val="FFFFFF"/>
                </ns1:solidFill>
              </ns1:rPr>
              <ns1:t>разработки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60DAA702-B41E-4578-8E8B-22BF93DA11B6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3162300"/>
            <ns1:ext cx="4476750" cy="1047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0">
                <ns1:solidFill>
                  <ns1:srgbClr val="C9D4E4"/>
                </ns1:solidFill>
              </ns1:defRPr>
            </ns1:defPPr>
            <ns1:lvl1pPr algn="l">
              <ns1:defRPr sz="1650" b="0">
                <ns1:solidFill>
                  <ns1:srgbClr val="C9D4E4"/>
                </ns1:solidFill>
              </ns1:defRPr>
            </ns1:lvl1pPr>
            <ns1:lvl2pPr algn="l">
              <ns1:defRPr sz="1650" b="0">
                <ns1:solidFill>
                  <ns1:srgbClr val="C9D4E4"/>
                </ns1:solidFill>
              </ns1:defRPr>
            </ns1:lvl2pPr>
            <ns1:lvl3pPr algn="l">
              <ns1:defRPr sz="1650" b="0">
                <ns1:solidFill>
                  <ns1:srgbClr val="C9D4E4"/>
                </ns1:solidFill>
              </ns1:defRPr>
            </ns1:lvl3pPr>
            <ns1:lvl4pPr algn="l">
              <ns1:defRPr sz="1650" b="0">
                <ns1:solidFill>
                  <ns1:srgbClr val="C9D4E4"/>
                </ns1:solidFill>
              </ns1:defRPr>
            </ns1:lvl4pPr>
            <ns1:lvl5pPr algn="l">
              <ns1:defRPr sz="1650" b="0">
                <ns1:solidFill>
                  <ns1:srgbClr val="C9D4E4"/>
                </ns1:solidFill>
              </ns1:defRPr>
            </ns1:lvl5pPr>
            <ns1:lvl6pPr algn="l">
              <ns1:defRPr sz="1650" b="0">
                <ns1:solidFill>
                  <ns1:srgbClr val="C9D4E4"/>
                </ns1:solidFill>
              </ns1:defRPr>
            </ns1:lvl6pPr>
            <ns1:lvl7pPr algn="l">
              <ns1:defRPr sz="1650" b="0">
                <ns1:solidFill>
                  <ns1:srgbClr val="C9D4E4"/>
                </ns1:solidFill>
              </ns1:defRPr>
            </ns1:lvl7pPr>
            <ns1:lvl8pPr algn="l">
              <ns1:defRPr sz="1650" b="0">
                <ns1:solidFill>
                  <ns1:srgbClr val="C9D4E4"/>
                </ns1:solidFill>
              </ns1:defRPr>
            </ns1:lvl8pPr>
            <ns1:lvl9pPr algn="l">
              <ns1:defRPr sz="1650" b="0">
                <ns1:solidFill>
                  <ns1:srgbClr val="C9D4E4"/>
                </ns1:solidFill>
              </ns1:defRPr>
            </ns1:lvl9pPr>
          </ns1:lstStyle>
          <ns1:p>
            <ns1:pPr algn="l">
              <ns1:defRPr sz="1650" b="0">
                <ns1:solidFill>
                  <ns1:srgbClr val="C9D4E4"/>
                </ns1:solidFill>
              </ns1:defRPr>
            </ns1:pPr>
            <ns1:r>
              <ns1:rPr sz="1650" b="0" lang="ru-RU">
                <ns1:solidFill>
                  <ns1:srgbClr val="C9D4E4"/>
                </ns1:solidFill>
              </ns1:rPr>
              <ns1:t>Сайты, веб-интерфейсы, автоматизация, Telegram-боты и браузерные игры.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CB2378A0-739A-421E-92AE-52BFD5E41FD6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762500"/>
            <ns1:ext cx="4572000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125" b="1">
                <ns1:solidFill>
                  <ns1:srgbClr val="5BD6E8"/>
                </ns1:solidFill>
              </ns1:defRPr>
            </ns1:defPPr>
            <ns1:lvl1pPr algn="l">
              <ns1:defRPr sz="1125" b="1">
                <ns1:solidFill>
                  <ns1:srgbClr val="5BD6E8"/>
                </ns1:solidFill>
              </ns1:defRPr>
            </ns1:lvl1pPr>
            <ns1:lvl2pPr algn="l">
              <ns1:defRPr sz="1125" b="1">
                <ns1:solidFill>
                  <ns1:srgbClr val="5BD6E8"/>
                </ns1:solidFill>
              </ns1:defRPr>
            </ns1:lvl2pPr>
            <ns1:lvl3pPr algn="l">
              <ns1:defRPr sz="1125" b="1">
                <ns1:solidFill>
                  <ns1:srgbClr val="5BD6E8"/>
                </ns1:solidFill>
              </ns1:defRPr>
            </ns1:lvl3pPr>
            <ns1:lvl4pPr algn="l">
              <ns1:defRPr sz="1125" b="1">
                <ns1:solidFill>
                  <ns1:srgbClr val="5BD6E8"/>
                </ns1:solidFill>
              </ns1:defRPr>
            </ns1:lvl4pPr>
            <ns1:lvl5pPr algn="l">
              <ns1:defRPr sz="1125" b="1">
                <ns1:solidFill>
                  <ns1:srgbClr val="5BD6E8"/>
                </ns1:solidFill>
              </ns1:defRPr>
            </ns1:lvl5pPr>
            <ns1:lvl6pPr algn="l">
              <ns1:defRPr sz="1125" b="1">
                <ns1:solidFill>
                  <ns1:srgbClr val="5BD6E8"/>
                </ns1:solidFill>
              </ns1:defRPr>
            </ns1:lvl6pPr>
            <ns1:lvl7pPr algn="l">
              <ns1:defRPr sz="1125" b="1">
                <ns1:solidFill>
                  <ns1:srgbClr val="5BD6E8"/>
                </ns1:solidFill>
              </ns1:defRPr>
            </ns1:lvl7pPr>
            <ns1:lvl8pPr algn="l">
              <ns1:defRPr sz="1125" b="1">
                <ns1:solidFill>
                  <ns1:srgbClr val="5BD6E8"/>
                </ns1:solidFill>
              </ns1:defRPr>
            </ns1:lvl8pPr>
            <ns1:lvl9pPr algn="l">
              <ns1:defRPr sz="1125" b="1">
                <ns1:solidFill>
                  <ns1:srgbClr val="5BD6E8"/>
                </ns1:solidFill>
              </ns1:defRPr>
            </ns1:lvl9pPr>
          </ns1:lstStyle>
          <ns1:p>
            <ns1:pPr algn="l">
              <ns1:defRPr sz="1125" b="1">
                <ns1:solidFill>
                  <ns1:srgbClr val="5BD6E8"/>
                </ns1:solidFill>
              </ns1:defRPr>
            </ns1:pPr>
            <ns1:r>
              <ns1:rPr sz="1125" b="1" lang="ru-RU">
                <ns1:solidFill>
                  <ns1:srgbClr val="5BD6E8"/>
                </ns1:solidFill>
              </ns1:rPr>
              <ns1:t>Демонстрационная презентация для портфолио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02956548-C4DB-4AEF-B119-EB6862C034A3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47625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825" b="1">
                <ns1:solidFill>
                  <ns1:srgbClr val="A9B5C8"/>
                </ns1:solidFill>
              </ns1:defRPr>
            </ns1:defPPr>
            <ns1:lvl1pPr algn="l">
              <ns1:defRPr sz="825" b="1">
                <ns1:solidFill>
                  <ns1:srgbClr val="A9B5C8"/>
                </ns1:solidFill>
              </ns1:defRPr>
            </ns1:lvl1pPr>
            <ns1:lvl2pPr algn="l">
              <ns1:defRPr sz="825" b="1">
                <ns1:solidFill>
                  <ns1:srgbClr val="A9B5C8"/>
                </ns1:solidFill>
              </ns1:defRPr>
            </ns1:lvl2pPr>
            <ns1:lvl3pPr algn="l">
              <ns1:defRPr sz="825" b="1">
                <ns1:solidFill>
                  <ns1:srgbClr val="A9B5C8"/>
                </ns1:solidFill>
              </ns1:defRPr>
            </ns1:lvl3pPr>
            <ns1:lvl4pPr algn="l">
              <ns1:defRPr sz="825" b="1">
                <ns1:solidFill>
                  <ns1:srgbClr val="A9B5C8"/>
                </ns1:solidFill>
              </ns1:defRPr>
            </ns1:lvl4pPr>
            <ns1:lvl5pPr algn="l">
              <ns1:defRPr sz="825" b="1">
                <ns1:solidFill>
                  <ns1:srgbClr val="A9B5C8"/>
                </ns1:solidFill>
              </ns1:defRPr>
            </ns1:lvl5pPr>
            <ns1:lvl6pPr algn="l">
              <ns1:defRPr sz="825" b="1">
                <ns1:solidFill>
                  <ns1:srgbClr val="A9B5C8"/>
                </ns1:solidFill>
              </ns1:defRPr>
            </ns1:lvl6pPr>
            <ns1:lvl7pPr algn="l">
              <ns1:defRPr sz="825" b="1">
                <ns1:solidFill>
                  <ns1:srgbClr val="A9B5C8"/>
                </ns1:solidFill>
              </ns1:defRPr>
            </ns1:lvl7pPr>
            <ns1:lvl8pPr algn="l">
              <ns1:defRPr sz="825" b="1">
                <ns1:solidFill>
                  <ns1:srgbClr val="A9B5C8"/>
                </ns1:solidFill>
              </ns1:defRPr>
            </ns1:lvl8pPr>
            <ns1:lvl9pPr algn="l">
              <ns1:defRPr sz="825" b="1">
                <ns1:solidFill>
                  <ns1:srgbClr val="A9B5C8"/>
                </ns1:solidFill>
              </ns1:defRPr>
            </ns1:lvl9pPr>
          </ns1:lstStyle>
          <ns1:p>
            <ns1:pPr algn="l">
              <ns1:defRPr sz="825" b="1">
                <ns1:solidFill>
                  <ns1:srgbClr val="A9B5C8"/>
                </ns1:solidFill>
              </ns1:defRPr>
            </ns1:pPr>
            <ns1:r>
              <ns1:rPr sz="825" b="1" lang="ru-RU">
                <ns1:solidFill>
                  <ns1:srgbClr val="A9B5C8"/>
                </ns1:solidFill>
              </ns1:rPr>
              <ns1:t>KOPYTOV DIGITAL  /  О КОМПАНИИ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08D6E8F0-D9FB-4F49-8028-ECFE4AABB6A9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6438900"/>
            <ns1:ext cx="666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A9B5C8"/>
                </ns1:solidFill>
              </ns1:defRPr>
            </ns1:defPPr>
            <ns1:lvl1pPr algn="r">
              <ns1:defRPr sz="900" b="1">
                <ns1:solidFill>
                  <ns1:srgbClr val="A9B5C8"/>
                </ns1:solidFill>
              </ns1:defRPr>
            </ns1:lvl1pPr>
            <ns1:lvl2pPr algn="r">
              <ns1:defRPr sz="900" b="1">
                <ns1:solidFill>
                  <ns1:srgbClr val="A9B5C8"/>
                </ns1:solidFill>
              </ns1:defRPr>
            </ns1:lvl2pPr>
            <ns1:lvl3pPr algn="r">
              <ns1:defRPr sz="900" b="1">
                <ns1:solidFill>
                  <ns1:srgbClr val="A9B5C8"/>
                </ns1:solidFill>
              </ns1:defRPr>
            </ns1:lvl3pPr>
            <ns1:lvl4pPr algn="r">
              <ns1:defRPr sz="900" b="1">
                <ns1:solidFill>
                  <ns1:srgbClr val="A9B5C8"/>
                </ns1:solidFill>
              </ns1:defRPr>
            </ns1:lvl4pPr>
            <ns1:lvl5pPr algn="r">
              <ns1:defRPr sz="900" b="1">
                <ns1:solidFill>
                  <ns1:srgbClr val="A9B5C8"/>
                </ns1:solidFill>
              </ns1:defRPr>
            </ns1:lvl5pPr>
            <ns1:lvl6pPr algn="r">
              <ns1:defRPr sz="900" b="1">
                <ns1:solidFill>
                  <ns1:srgbClr val="A9B5C8"/>
                </ns1:solidFill>
              </ns1:defRPr>
            </ns1:lvl6pPr>
            <ns1:lvl7pPr algn="r">
              <ns1:defRPr sz="900" b="1">
                <ns1:solidFill>
                  <ns1:srgbClr val="A9B5C8"/>
                </ns1:solidFill>
              </ns1:defRPr>
            </ns1:lvl7pPr>
            <ns1:lvl8pPr algn="r">
              <ns1:defRPr sz="900" b="1">
                <ns1:solidFill>
                  <ns1:srgbClr val="A9B5C8"/>
                </ns1:solidFill>
              </ns1:defRPr>
            </ns1:lvl8pPr>
            <ns1:lvl9pPr algn="r">
              <ns1:defRPr sz="900" b="1">
                <ns1:solidFill>
                  <ns1:srgbClr val="A9B5C8"/>
                </ns1:solidFill>
              </ns1:defRPr>
            </ns1:lvl9pPr>
          </ns1:lstStyle>
          <ns1:p>
            <ns1:pPr algn="r">
              <ns1:defRPr sz="900" b="1">
                <ns1:solidFill>
                  <ns1:srgbClr val="A9B5C8"/>
                </ns1:solidFill>
              </ns1:defRPr>
            </ns1:pPr>
            <ns1:r>
              <ns1:rPr sz="900" b="1" lang="ru-RU">
                <ns1:solidFill>
                  <ns1:srgbClr val="A9B5C8"/>
                </ns1:solidFill>
              </ns1:rPr>
              <ns1:t>01</ns1:t>
            </ns1:r>
          </ns1:p>
        </ns0:txBody>
      </ns0:sp>
    </ns0:spTree>
    <ns0:extLst>
      <ns0:ext uri="{BB962C8B-B14F-4D97-AF65-F5344CB8AC3E}">
        <ns4:creationId val="1851849178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4F7FB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1" name="">
            <ns1:extLst>
              <ns1:ext uri="{FF2B5EF4-FFF2-40B4-BE49-F238E27FC236}">
                <ns2:creationId id="{23E588A0-A88F-4D75-915A-347759C3036C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28625"/>
            <ns1:ext cx="36195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75" b="1">
                <ns1:solidFill>
                  <ns1:srgbClr val="246BFD"/>
                </ns1:solidFill>
              </ns1:defRPr>
            </ns1:defPPr>
            <ns1:lvl1pPr algn="l">
              <ns1:defRPr sz="975" b="1">
                <ns1:solidFill>
                  <ns1:srgbClr val="246BFD"/>
                </ns1:solidFill>
              </ns1:defRPr>
            </ns1:lvl1pPr>
            <ns1:lvl2pPr algn="l">
              <ns1:defRPr sz="975" b="1">
                <ns1:solidFill>
                  <ns1:srgbClr val="246BFD"/>
                </ns1:solidFill>
              </ns1:defRPr>
            </ns1:lvl2pPr>
            <ns1:lvl3pPr algn="l">
              <ns1:defRPr sz="975" b="1">
                <ns1:solidFill>
                  <ns1:srgbClr val="246BFD"/>
                </ns1:solidFill>
              </ns1:defRPr>
            </ns1:lvl3pPr>
            <ns1:lvl4pPr algn="l">
              <ns1:defRPr sz="975" b="1">
                <ns1:solidFill>
                  <ns1:srgbClr val="246BFD"/>
                </ns1:solidFill>
              </ns1:defRPr>
            </ns1:lvl4pPr>
            <ns1:lvl5pPr algn="l">
              <ns1:defRPr sz="975" b="1">
                <ns1:solidFill>
                  <ns1:srgbClr val="246BFD"/>
                </ns1:solidFill>
              </ns1:defRPr>
            </ns1:lvl5pPr>
            <ns1:lvl6pPr algn="l">
              <ns1:defRPr sz="975" b="1">
                <ns1:solidFill>
                  <ns1:srgbClr val="246BFD"/>
                </ns1:solidFill>
              </ns1:defRPr>
            </ns1:lvl6pPr>
            <ns1:lvl7pPr algn="l">
              <ns1:defRPr sz="975" b="1">
                <ns1:solidFill>
                  <ns1:srgbClr val="246BFD"/>
                </ns1:solidFill>
              </ns1:defRPr>
            </ns1:lvl7pPr>
            <ns1:lvl8pPr algn="l">
              <ns1:defRPr sz="975" b="1">
                <ns1:solidFill>
                  <ns1:srgbClr val="246BFD"/>
                </ns1:solidFill>
              </ns1:defRPr>
            </ns1:lvl8pPr>
            <ns1:lvl9pPr algn="l">
              <ns1:defRPr sz="9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975" b="1">
                <ns1:solidFill>
                  <ns1:srgbClr val="246BFD"/>
                </ns1:solidFill>
              </ns1:defRPr>
            </ns1:pPr>
            <ns1:r>
              <ns1:rPr sz="975" b="1" lang="ru-RU">
                <ns1:solidFill>
                  <ns1:srgbClr val="246BFD"/>
                </ns1:solidFill>
              </ns1:rPr>
              <ns1:t>О СТУДИИ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1FB2CAAE-ACD3-4573-A22A-92458D8ED34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781050"/>
            <ns1:ext cx="10572750" cy="8191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131B2B"/>
                </ns1:solidFill>
              </ns1:defRPr>
            </ns1:defPPr>
            <ns1:lvl1pPr algn="l">
              <ns1:defRPr sz="3150" b="1">
                <ns1:solidFill>
                  <ns1:srgbClr val="131B2B"/>
                </ns1:solidFill>
              </ns1:defRPr>
            </ns1:lvl1pPr>
            <ns1:lvl2pPr algn="l">
              <ns1:defRPr sz="3150" b="1">
                <ns1:solidFill>
                  <ns1:srgbClr val="131B2B"/>
                </ns1:solidFill>
              </ns1:defRPr>
            </ns1:lvl2pPr>
            <ns1:lvl3pPr algn="l">
              <ns1:defRPr sz="3150" b="1">
                <ns1:solidFill>
                  <ns1:srgbClr val="131B2B"/>
                </ns1:solidFill>
              </ns1:defRPr>
            </ns1:lvl3pPr>
            <ns1:lvl4pPr algn="l">
              <ns1:defRPr sz="3150" b="1">
                <ns1:solidFill>
                  <ns1:srgbClr val="131B2B"/>
                </ns1:solidFill>
              </ns1:defRPr>
            </ns1:lvl4pPr>
            <ns1:lvl5pPr algn="l">
              <ns1:defRPr sz="3150" b="1">
                <ns1:solidFill>
                  <ns1:srgbClr val="131B2B"/>
                </ns1:solidFill>
              </ns1:defRPr>
            </ns1:lvl5pPr>
            <ns1:lvl6pPr algn="l">
              <ns1:defRPr sz="3150" b="1">
                <ns1:solidFill>
                  <ns1:srgbClr val="131B2B"/>
                </ns1:solidFill>
              </ns1:defRPr>
            </ns1:lvl6pPr>
            <ns1:lvl7pPr algn="l">
              <ns1:defRPr sz="3150" b="1">
                <ns1:solidFill>
                  <ns1:srgbClr val="131B2B"/>
                </ns1:solidFill>
              </ns1:defRPr>
            </ns1:lvl7pPr>
            <ns1:lvl8pPr algn="l">
              <ns1:defRPr sz="3150" b="1">
                <ns1:solidFill>
                  <ns1:srgbClr val="131B2B"/>
                </ns1:solidFill>
              </ns1:defRPr>
            </ns1:lvl8pPr>
            <ns1:lvl9pPr algn="l">
              <ns1:defRPr sz="31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3150" b="1">
                <ns1:solidFill>
                  <ns1:srgbClr val="131B2B"/>
                </ns1:solidFill>
              </ns1:defRPr>
            </ns1:pPr>
            <ns1:r>
              <ns1:rPr sz="3150" b="1" lang="ru-RU">
                <ns1:solidFill>
                  <ns1:srgbClr val="131B2B"/>
                </ns1:solidFill>
              </ns1:rPr>
              <ns1:t>Кто мы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5499A27B-69C7-442C-A060-57A29041152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638300"/>
            <ns1:ext cx="100965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425" b="0">
                <ns1:solidFill>
                  <ns1:srgbClr val="657187"/>
                </ns1:solidFill>
              </ns1:defRPr>
            </ns1:defPPr>
            <ns1:lvl1pPr algn="l">
              <ns1:defRPr sz="1425" b="0">
                <ns1:solidFill>
                  <ns1:srgbClr val="657187"/>
                </ns1:solidFill>
              </ns1:defRPr>
            </ns1:lvl1pPr>
            <ns1:lvl2pPr algn="l">
              <ns1:defRPr sz="1425" b="0">
                <ns1:solidFill>
                  <ns1:srgbClr val="657187"/>
                </ns1:solidFill>
              </ns1:defRPr>
            </ns1:lvl2pPr>
            <ns1:lvl3pPr algn="l">
              <ns1:defRPr sz="1425" b="0">
                <ns1:solidFill>
                  <ns1:srgbClr val="657187"/>
                </ns1:solidFill>
              </ns1:defRPr>
            </ns1:lvl3pPr>
            <ns1:lvl4pPr algn="l">
              <ns1:defRPr sz="1425" b="0">
                <ns1:solidFill>
                  <ns1:srgbClr val="657187"/>
                </ns1:solidFill>
              </ns1:defRPr>
            </ns1:lvl4pPr>
            <ns1:lvl5pPr algn="l">
              <ns1:defRPr sz="1425" b="0">
                <ns1:solidFill>
                  <ns1:srgbClr val="657187"/>
                </ns1:solidFill>
              </ns1:defRPr>
            </ns1:lvl5pPr>
            <ns1:lvl6pPr algn="l">
              <ns1:defRPr sz="1425" b="0">
                <ns1:solidFill>
                  <ns1:srgbClr val="657187"/>
                </ns1:solidFill>
              </ns1:defRPr>
            </ns1:lvl6pPr>
            <ns1:lvl7pPr algn="l">
              <ns1:defRPr sz="1425" b="0">
                <ns1:solidFill>
                  <ns1:srgbClr val="657187"/>
                </ns1:solidFill>
              </ns1:defRPr>
            </ns1:lvl7pPr>
            <ns1:lvl8pPr algn="l">
              <ns1:defRPr sz="1425" b="0">
                <ns1:solidFill>
                  <ns1:srgbClr val="657187"/>
                </ns1:solidFill>
              </ns1:defRPr>
            </ns1:lvl8pPr>
            <ns1:lvl9pPr algn="l">
              <ns1:defRPr sz="1425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425" b="0">
                <ns1:solidFill>
                  <ns1:srgbClr val="657187"/>
                </ns1:solidFill>
              </ns1:defRPr>
            </ns1:pPr>
            <ns1:r>
              <ns1:rPr sz="1425" b="0" lang="ru-RU">
                <ns1:solidFill>
                  <ns1:srgbClr val="657187"/>
                </ns1:solidFill>
              </ns1:rPr>
              <ns1:t>Небольшая цифровая студия с фокусом на понятных и полезных продуктах.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FB02D658-88AE-4D6E-95A4-B7AD4A5608A8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619375"/>
            <ns1:ext cx="6191250" cy="2857500"/>
          </ns1:xfrm>
          <ns1:prstGeom prst="roundRect">
            <ns1:avLst>
              <ns1:gd name="adj" fmla="val 4000"/>
            </ns1:avLst>
          </ns1:prstGeom>
          <ns1:solidFill>
            <ns1:srgbClr val="FFFFFF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EF5DEBD5-4E98-42C4-9153-28F20E15057B}"/>
              </ns1:ext>
            </ns1:extLst>
          </ns0:cNvPr>
          <ns0:cNvSpPr>
            <ns1:spLocks noGrp="1"/>
          </ns0:cNvSpPr>
          <ns0:nvPr/>
        </ns0:nvSpPr>
        <ns0:spPr>
          <ns1:xfrm>
            <ns1:off x="1047750" y="2952750"/>
            <ns1:ext cx="5429250" cy="19526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875" b="1">
                <ns1:solidFill>
                  <ns1:srgbClr val="131B2B"/>
                </ns1:solidFill>
              </ns1:defRPr>
            </ns1:defPPr>
            <ns1:lvl1pPr algn="l">
              <ns1:defRPr sz="1875" b="1">
                <ns1:solidFill>
                  <ns1:srgbClr val="131B2B"/>
                </ns1:solidFill>
              </ns1:defRPr>
            </ns1:lvl1pPr>
            <ns1:lvl2pPr algn="l">
              <ns1:defRPr sz="1875" b="1">
                <ns1:solidFill>
                  <ns1:srgbClr val="131B2B"/>
                </ns1:solidFill>
              </ns1:defRPr>
            </ns1:lvl2pPr>
            <ns1:lvl3pPr algn="l">
              <ns1:defRPr sz="1875" b="1">
                <ns1:solidFill>
                  <ns1:srgbClr val="131B2B"/>
                </ns1:solidFill>
              </ns1:defRPr>
            </ns1:lvl3pPr>
            <ns1:lvl4pPr algn="l">
              <ns1:defRPr sz="1875" b="1">
                <ns1:solidFill>
                  <ns1:srgbClr val="131B2B"/>
                </ns1:solidFill>
              </ns1:defRPr>
            </ns1:lvl4pPr>
            <ns1:lvl5pPr algn="l">
              <ns1:defRPr sz="1875" b="1">
                <ns1:solidFill>
                  <ns1:srgbClr val="131B2B"/>
                </ns1:solidFill>
              </ns1:defRPr>
            </ns1:lvl5pPr>
            <ns1:lvl6pPr algn="l">
              <ns1:defRPr sz="1875" b="1">
                <ns1:solidFill>
                  <ns1:srgbClr val="131B2B"/>
                </ns1:solidFill>
              </ns1:defRPr>
            </ns1:lvl6pPr>
            <ns1:lvl7pPr algn="l">
              <ns1:defRPr sz="1875" b="1">
                <ns1:solidFill>
                  <ns1:srgbClr val="131B2B"/>
                </ns1:solidFill>
              </ns1:defRPr>
            </ns1:lvl7pPr>
            <ns1:lvl8pPr algn="l">
              <ns1:defRPr sz="1875" b="1">
                <ns1:solidFill>
                  <ns1:srgbClr val="131B2B"/>
                </ns1:solidFill>
              </ns1:defRPr>
            </ns1:lvl8pPr>
            <ns1:lvl9pPr algn="l">
              <ns1:defRPr sz="1875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875" b="1">
                <ns1:solidFill>
                  <ns1:srgbClr val="131B2B"/>
                </ns1:solidFill>
              </ns1:defRPr>
            </ns1:pPr>
            <ns1:r>
              <ns1:rPr sz="1875" b="1" lang="ru-RU">
                <ns1:solidFill>
                  <ns1:srgbClr val="131B2B"/>
                </ns1:solidFill>
              </ns1:rPr>
              <ns1:t>KOPYTOV DIGITAL — концепция цифровой студии. Мы проектируем и разрабатываем продукты для бизнеса и пользователей.</ns1:t>
            </ns1:r>
          </ns1:p>
          <ns1:p>
            <ns1:r>
              <ns1:t/>
            </ns1:r>
          </ns1:p>
          <ns1:p>
            <ns1:pPr algn="l">
              <ns1:defRPr sz="1875" b="1">
                <ns1:solidFill>
                  <ns1:srgbClr val="131B2B"/>
                </ns1:solidFill>
              </ns1:defRPr>
            </ns1:pPr>
            <ns1:r>
              <ns1:rPr sz="1875" b="1" lang="ru-RU">
                <ns1:solidFill>
                  <ns1:srgbClr val="131B2B"/>
                </ns1:solidFill>
              </ns1:rPr>
              <ns1:t>В основе работы — ясная задача, продуманная структура и удобство использования.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52D76EE4-A388-4754-8582-6366E06626B7}"/>
              </ns1:ext>
            </ns1:extLst>
          </ns0:cNvPr>
          <ns0:cNvSpPr>
            <ns1:spLocks noGrp="1"/>
          </ns0:cNvSpPr>
          <ns0:nvPr/>
        </ns0:nvSpPr>
        <ns0:spPr>
          <ns1:xfrm>
            <ns1:off x="7524750" y="2619375"/>
            <ns1:ext cx="3714750" cy="2857500"/>
          </ns1:xfrm>
          <ns1:prstGeom prst="roundRect">
            <ns1:avLst>
              <ns1:gd name="adj" fmla="val 4000"/>
            </ns1:avLst>
          </ns1:prstGeom>
          <ns1:solidFill>
            <ns1:srgbClr val="0D1728"/>
          </ns1:solidFill>
          <ns1:ln w="0">
            <ns1:noFill/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4DB49804-8E15-4A34-A3AA-722BD7DF2891}"/>
              </ns1:ext>
            </ns1:extLst>
          </ns0:cNvPr>
          <ns0:cNvSpPr>
            <ns1:spLocks noGrp="1"/>
          </ns0:cNvSpPr>
          <ns0:nvPr/>
        </ns0:nvSpPr>
        <ns0:spPr>
          <ns1:xfrm>
            <ns1:off x="7953375" y="3000375"/>
            <ns1:ext cx="2857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050" b="1">
                <ns1:solidFill>
                  <ns1:srgbClr val="F47B61"/>
                </ns1:solidFill>
              </ns1:defRPr>
            </ns1:defPPr>
            <ns1:lvl1pPr algn="l">
              <ns1:defRPr sz="1050" b="1">
                <ns1:solidFill>
                  <ns1:srgbClr val="F47B61"/>
                </ns1:solidFill>
              </ns1:defRPr>
            </ns1:lvl1pPr>
            <ns1:lvl2pPr algn="l">
              <ns1:defRPr sz="1050" b="1">
                <ns1:solidFill>
                  <ns1:srgbClr val="F47B61"/>
                </ns1:solidFill>
              </ns1:defRPr>
            </ns1:lvl2pPr>
            <ns1:lvl3pPr algn="l">
              <ns1:defRPr sz="1050" b="1">
                <ns1:solidFill>
                  <ns1:srgbClr val="F47B61"/>
                </ns1:solidFill>
              </ns1:defRPr>
            </ns1:lvl3pPr>
            <ns1:lvl4pPr algn="l">
              <ns1:defRPr sz="1050" b="1">
                <ns1:solidFill>
                  <ns1:srgbClr val="F47B61"/>
                </ns1:solidFill>
              </ns1:defRPr>
            </ns1:lvl4pPr>
            <ns1:lvl5pPr algn="l">
              <ns1:defRPr sz="1050" b="1">
                <ns1:solidFill>
                  <ns1:srgbClr val="F47B61"/>
                </ns1:solidFill>
              </ns1:defRPr>
            </ns1:lvl5pPr>
            <ns1:lvl6pPr algn="l">
              <ns1:defRPr sz="1050" b="1">
                <ns1:solidFill>
                  <ns1:srgbClr val="F47B61"/>
                </ns1:solidFill>
              </ns1:defRPr>
            </ns1:lvl6pPr>
            <ns1:lvl7pPr algn="l">
              <ns1:defRPr sz="1050" b="1">
                <ns1:solidFill>
                  <ns1:srgbClr val="F47B61"/>
                </ns1:solidFill>
              </ns1:defRPr>
            </ns1:lvl7pPr>
            <ns1:lvl8pPr algn="l">
              <ns1:defRPr sz="1050" b="1">
                <ns1:solidFill>
                  <ns1:srgbClr val="F47B61"/>
                </ns1:solidFill>
              </ns1:defRPr>
            </ns1:lvl8pPr>
            <ns1:lvl9pPr algn="l">
              <ns1:defRPr sz="105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050" b="1">
                <ns1:solidFill>
                  <ns1:srgbClr val="F47B61"/>
                </ns1:solidFill>
              </ns1:defRPr>
            </ns1:pPr>
            <ns1:r>
              <ns1:rPr sz="1050" b="1" lang="ru-RU">
                <ns1:solidFill>
                  <ns1:srgbClr val="F47B61"/>
                </ns1:solidFill>
              </ns1:rPr>
              <ns1:t>ФОКУС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002173FC-B9FF-448F-8110-6BEF159AE1EE}"/>
              </ns1:ext>
            </ns1:extLst>
          </ns0:cNvPr>
          <ns0:cNvSpPr>
            <ns1:spLocks noGrp="1"/>
          </ns0:cNvSpPr>
          <ns0:nvPr/>
        </ns0:nvSpPr>
        <ns0:spPr>
          <ns1:xfrm>
            <ns1:off x="7953375" y="3505200"/>
            <ns1:ext cx="2857500" cy="1285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875" b="1">
                <ns1:solidFill>
                  <ns1:srgbClr val="FFFFFF"/>
                </ns1:solidFill>
              </ns1:defRPr>
            </ns1:defPPr>
            <ns1:lvl1pPr algn="l">
              <ns1:defRPr sz="1875" b="1">
                <ns1:solidFill>
                  <ns1:srgbClr val="FFFFFF"/>
                </ns1:solidFill>
              </ns1:defRPr>
            </ns1:lvl1pPr>
            <ns1:lvl2pPr algn="l">
              <ns1:defRPr sz="1875" b="1">
                <ns1:solidFill>
                  <ns1:srgbClr val="FFFFFF"/>
                </ns1:solidFill>
              </ns1:defRPr>
            </ns1:lvl2pPr>
            <ns1:lvl3pPr algn="l">
              <ns1:defRPr sz="1875" b="1">
                <ns1:solidFill>
                  <ns1:srgbClr val="FFFFFF"/>
                </ns1:solidFill>
              </ns1:defRPr>
            </ns1:lvl3pPr>
            <ns1:lvl4pPr algn="l">
              <ns1:defRPr sz="1875" b="1">
                <ns1:solidFill>
                  <ns1:srgbClr val="FFFFFF"/>
                </ns1:solidFill>
              </ns1:defRPr>
            </ns1:lvl4pPr>
            <ns1:lvl5pPr algn="l">
              <ns1:defRPr sz="1875" b="1">
                <ns1:solidFill>
                  <ns1:srgbClr val="FFFFFF"/>
                </ns1:solidFill>
              </ns1:defRPr>
            </ns1:lvl5pPr>
            <ns1:lvl6pPr algn="l">
              <ns1:defRPr sz="1875" b="1">
                <ns1:solidFill>
                  <ns1:srgbClr val="FFFFFF"/>
                </ns1:solidFill>
              </ns1:defRPr>
            </ns1:lvl6pPr>
            <ns1:lvl7pPr algn="l">
              <ns1:defRPr sz="1875" b="1">
                <ns1:solidFill>
                  <ns1:srgbClr val="FFFFFF"/>
                </ns1:solidFill>
              </ns1:defRPr>
            </ns1:lvl7pPr>
            <ns1:lvl8pPr algn="l">
              <ns1:defRPr sz="1875" b="1">
                <ns1:solidFill>
                  <ns1:srgbClr val="FFFFFF"/>
                </ns1:solidFill>
              </ns1:defRPr>
            </ns1:lvl8pPr>
            <ns1:lvl9pPr algn="l">
              <ns1:defRPr sz="1875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875" b="1">
                <ns1:solidFill>
                  <ns1:srgbClr val="FFFFFF"/>
                </ns1:solidFill>
              </ns1:defRPr>
            </ns1:pPr>
            <ns1:r>
              <ns1:rPr sz="1875" b="1" lang="ru-RU">
                <ns1:solidFill>
                  <ns1:srgbClr val="FFFFFF"/>
                </ns1:solidFill>
              </ns1:rPr>
              <ns1:t>Понятный интерфейс</ns1:t>
            </ns1:r>
          </ns1:p>
          <ns1:p>
            <ns1:pPr algn="l">
              <ns1:defRPr sz="1875" b="1">
                <ns1:solidFill>
                  <ns1:srgbClr val="FFFFFF"/>
                </ns1:solidFill>
              </ns1:defRPr>
            </ns1:pPr>
            <ns1:r>
              <ns1:rPr sz="1875" b="1" lang="ru-RU">
                <ns1:solidFill>
                  <ns1:srgbClr val="FFFFFF"/>
                </ns1:solidFill>
              </ns1:rPr>
              <ns1:t>Практическая польза</ns1:t>
            </ns1:r>
          </ns1:p>
          <ns1:p>
            <ns1:pPr algn="l">
              <ns1:defRPr sz="1875" b="1">
                <ns1:solidFill>
                  <ns1:srgbClr val="FFFFFF"/>
                </ns1:solidFill>
              </ns1:defRPr>
            </ns1:pPr>
            <ns1:r>
              <ns1:rPr sz="1875" b="1" lang="ru-RU">
                <ns1:solidFill>
                  <ns1:srgbClr val="FFFFFF"/>
                </ns1:solidFill>
              </ns1:rPr>
              <ns1:t>Предсказуемый результат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FF987832-C444-420D-AAC2-D3AB8D4B0F8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47625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825" b="1">
                <ns1:solidFill>
                  <ns1:srgbClr val="657187"/>
                </ns1:solidFill>
              </ns1:defRPr>
            </ns1:defPPr>
            <ns1:lvl1pPr algn="l">
              <ns1:defRPr sz="825" b="1">
                <ns1:solidFill>
                  <ns1:srgbClr val="657187"/>
                </ns1:solidFill>
              </ns1:defRPr>
            </ns1:lvl1pPr>
            <ns1:lvl2pPr algn="l">
              <ns1:defRPr sz="825" b="1">
                <ns1:solidFill>
                  <ns1:srgbClr val="657187"/>
                </ns1:solidFill>
              </ns1:defRPr>
            </ns1:lvl2pPr>
            <ns1:lvl3pPr algn="l">
              <ns1:defRPr sz="825" b="1">
                <ns1:solidFill>
                  <ns1:srgbClr val="657187"/>
                </ns1:solidFill>
              </ns1:defRPr>
            </ns1:lvl3pPr>
            <ns1:lvl4pPr algn="l">
              <ns1:defRPr sz="825" b="1">
                <ns1:solidFill>
                  <ns1:srgbClr val="657187"/>
                </ns1:solidFill>
              </ns1:defRPr>
            </ns1:lvl4pPr>
            <ns1:lvl5pPr algn="l">
              <ns1:defRPr sz="825" b="1">
                <ns1:solidFill>
                  <ns1:srgbClr val="657187"/>
                </ns1:solidFill>
              </ns1:defRPr>
            </ns1:lvl5pPr>
            <ns1:lvl6pPr algn="l">
              <ns1:defRPr sz="825" b="1">
                <ns1:solidFill>
                  <ns1:srgbClr val="657187"/>
                </ns1:solidFill>
              </ns1:defRPr>
            </ns1:lvl6pPr>
            <ns1:lvl7pPr algn="l">
              <ns1:defRPr sz="825" b="1">
                <ns1:solidFill>
                  <ns1:srgbClr val="657187"/>
                </ns1:solidFill>
              </ns1:defRPr>
            </ns1:lvl7pPr>
            <ns1:lvl8pPr algn="l">
              <ns1:defRPr sz="825" b="1">
                <ns1:solidFill>
                  <ns1:srgbClr val="657187"/>
                </ns1:solidFill>
              </ns1:defRPr>
            </ns1:lvl8pPr>
            <ns1:lvl9pPr algn="l">
              <ns1:defRPr sz="825" b="1">
                <ns1:solidFill>
                  <ns1:srgbClr val="657187"/>
                </ns1:solidFill>
              </ns1:defRPr>
            </ns1:lvl9pPr>
          </ns1:lstStyle>
          <ns1:p>
            <ns1:pPr algn="l">
              <ns1:defRPr sz="825" b="1">
                <ns1:solidFill>
                  <ns1:srgbClr val="657187"/>
                </ns1:solidFill>
              </ns1:defRPr>
            </ns1:pPr>
            <ns1:r>
              <ns1:rPr sz="825" b="1" lang="ru-RU">
                <ns1:solidFill>
                  <ns1:srgbClr val="657187"/>
                </ns1:solidFill>
              </ns1:rPr>
              <ns1:t>KOPYTOV DIGITAL  /  О КОМПАНИИ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83A0FE7B-1751-4A09-8AE0-D67AF4E739FB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6438900"/>
            <ns1:ext cx="666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657187"/>
                </ns1:solidFill>
              </ns1:defRPr>
            </ns1:defPPr>
            <ns1:lvl1pPr algn="r">
              <ns1:defRPr sz="900" b="1">
                <ns1:solidFill>
                  <ns1:srgbClr val="657187"/>
                </ns1:solidFill>
              </ns1:defRPr>
            </ns1:lvl1pPr>
            <ns1:lvl2pPr algn="r">
              <ns1:defRPr sz="900" b="1">
                <ns1:solidFill>
                  <ns1:srgbClr val="657187"/>
                </ns1:solidFill>
              </ns1:defRPr>
            </ns1:lvl2pPr>
            <ns1:lvl3pPr algn="r">
              <ns1:defRPr sz="900" b="1">
                <ns1:solidFill>
                  <ns1:srgbClr val="657187"/>
                </ns1:solidFill>
              </ns1:defRPr>
            </ns1:lvl3pPr>
            <ns1:lvl4pPr algn="r">
              <ns1:defRPr sz="900" b="1">
                <ns1:solidFill>
                  <ns1:srgbClr val="657187"/>
                </ns1:solidFill>
              </ns1:defRPr>
            </ns1:lvl4pPr>
            <ns1:lvl5pPr algn="r">
              <ns1:defRPr sz="900" b="1">
                <ns1:solidFill>
                  <ns1:srgbClr val="657187"/>
                </ns1:solidFill>
              </ns1:defRPr>
            </ns1:lvl5pPr>
            <ns1:lvl6pPr algn="r">
              <ns1:defRPr sz="900" b="1">
                <ns1:solidFill>
                  <ns1:srgbClr val="657187"/>
                </ns1:solidFill>
              </ns1:defRPr>
            </ns1:lvl6pPr>
            <ns1:lvl7pPr algn="r">
              <ns1:defRPr sz="900" b="1">
                <ns1:solidFill>
                  <ns1:srgbClr val="657187"/>
                </ns1:solidFill>
              </ns1:defRPr>
            </ns1:lvl7pPr>
            <ns1:lvl8pPr algn="r">
              <ns1:defRPr sz="900" b="1">
                <ns1:solidFill>
                  <ns1:srgbClr val="657187"/>
                </ns1:solidFill>
              </ns1:defRPr>
            </ns1:lvl8pPr>
            <ns1:lvl9pPr algn="r">
              <ns1:defRPr sz="900" b="1">
                <ns1:solidFill>
                  <ns1:srgbClr val="657187"/>
                </ns1:solidFill>
              </ns1:defRPr>
            </ns1:lvl9pPr>
          </ns1:lstStyle>
          <ns1:p>
            <ns1:pPr algn="r">
              <ns1:defRPr sz="900" b="1">
                <ns1:solidFill>
                  <ns1:srgbClr val="657187"/>
                </ns1:solidFill>
              </ns1:defRPr>
            </ns1:pPr>
            <ns1:r>
              <ns1:rPr sz="900" b="1" lang="ru-RU">
                <ns1:solidFill>
                  <ns1:srgbClr val="657187"/>
                </ns1:solidFill>
              </ns1:rPr>
              <ns1:t>02</ns1:t>
            </ns1:r>
          </ns1:p>
        </ns0:txBody>
      </ns0:sp>
    </ns0:spTree>
    <ns0:extLst>
      <ns0:ext uri="{BB962C8B-B14F-4D97-AF65-F5344CB8AC3E}">
        <ns3:creationId val="8049048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6" name="">
            <ns1:extLst>
              <ns1:ext uri="{FF2B5EF4-FFF2-40B4-BE49-F238E27FC236}">
                <ns2:creationId id="{C95E505A-06C1-4B2F-B68E-D9E849CED99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28625"/>
            <ns1:ext cx="36195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75" b="1">
                <ns1:solidFill>
                  <ns1:srgbClr val="246BFD"/>
                </ns1:solidFill>
              </ns1:defRPr>
            </ns1:defPPr>
            <ns1:lvl1pPr algn="l">
              <ns1:defRPr sz="975" b="1">
                <ns1:solidFill>
                  <ns1:srgbClr val="246BFD"/>
                </ns1:solidFill>
              </ns1:defRPr>
            </ns1:lvl1pPr>
            <ns1:lvl2pPr algn="l">
              <ns1:defRPr sz="975" b="1">
                <ns1:solidFill>
                  <ns1:srgbClr val="246BFD"/>
                </ns1:solidFill>
              </ns1:defRPr>
            </ns1:lvl2pPr>
            <ns1:lvl3pPr algn="l">
              <ns1:defRPr sz="975" b="1">
                <ns1:solidFill>
                  <ns1:srgbClr val="246BFD"/>
                </ns1:solidFill>
              </ns1:defRPr>
            </ns1:lvl3pPr>
            <ns1:lvl4pPr algn="l">
              <ns1:defRPr sz="975" b="1">
                <ns1:solidFill>
                  <ns1:srgbClr val="246BFD"/>
                </ns1:solidFill>
              </ns1:defRPr>
            </ns1:lvl4pPr>
            <ns1:lvl5pPr algn="l">
              <ns1:defRPr sz="975" b="1">
                <ns1:solidFill>
                  <ns1:srgbClr val="246BFD"/>
                </ns1:solidFill>
              </ns1:defRPr>
            </ns1:lvl5pPr>
            <ns1:lvl6pPr algn="l">
              <ns1:defRPr sz="975" b="1">
                <ns1:solidFill>
                  <ns1:srgbClr val="246BFD"/>
                </ns1:solidFill>
              </ns1:defRPr>
            </ns1:lvl6pPr>
            <ns1:lvl7pPr algn="l">
              <ns1:defRPr sz="975" b="1">
                <ns1:solidFill>
                  <ns1:srgbClr val="246BFD"/>
                </ns1:solidFill>
              </ns1:defRPr>
            </ns1:lvl7pPr>
            <ns1:lvl8pPr algn="l">
              <ns1:defRPr sz="975" b="1">
                <ns1:solidFill>
                  <ns1:srgbClr val="246BFD"/>
                </ns1:solidFill>
              </ns1:defRPr>
            </ns1:lvl8pPr>
            <ns1:lvl9pPr algn="l">
              <ns1:defRPr sz="9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975" b="1">
                <ns1:solidFill>
                  <ns1:srgbClr val="246BFD"/>
                </ns1:solidFill>
              </ns1:defRPr>
            </ns1:pPr>
            <ns1:r>
              <ns1:rPr sz="975" b="1" lang="ru-RU">
                <ns1:solidFill>
                  <ns1:srgbClr val="246BFD"/>
                </ns1:solidFill>
              </ns1:rPr>
              <ns1:t>КОМПЕТЕНЦИИ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1C4155B3-A311-42E1-8FEC-0C0F2F16144E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781050"/>
            <ns1:ext cx="10572750" cy="8191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131B2B"/>
                </ns1:solidFill>
              </ns1:defRPr>
            </ns1:defPPr>
            <ns1:lvl1pPr algn="l">
              <ns1:defRPr sz="3150" b="1">
                <ns1:solidFill>
                  <ns1:srgbClr val="131B2B"/>
                </ns1:solidFill>
              </ns1:defRPr>
            </ns1:lvl1pPr>
            <ns1:lvl2pPr algn="l">
              <ns1:defRPr sz="3150" b="1">
                <ns1:solidFill>
                  <ns1:srgbClr val="131B2B"/>
                </ns1:solidFill>
              </ns1:defRPr>
            </ns1:lvl2pPr>
            <ns1:lvl3pPr algn="l">
              <ns1:defRPr sz="3150" b="1">
                <ns1:solidFill>
                  <ns1:srgbClr val="131B2B"/>
                </ns1:solidFill>
              </ns1:defRPr>
            </ns1:lvl3pPr>
            <ns1:lvl4pPr algn="l">
              <ns1:defRPr sz="3150" b="1">
                <ns1:solidFill>
                  <ns1:srgbClr val="131B2B"/>
                </ns1:solidFill>
              </ns1:defRPr>
            </ns1:lvl4pPr>
            <ns1:lvl5pPr algn="l">
              <ns1:defRPr sz="3150" b="1">
                <ns1:solidFill>
                  <ns1:srgbClr val="131B2B"/>
                </ns1:solidFill>
              </ns1:defRPr>
            </ns1:lvl5pPr>
            <ns1:lvl6pPr algn="l">
              <ns1:defRPr sz="3150" b="1">
                <ns1:solidFill>
                  <ns1:srgbClr val="131B2B"/>
                </ns1:solidFill>
              </ns1:defRPr>
            </ns1:lvl6pPr>
            <ns1:lvl7pPr algn="l">
              <ns1:defRPr sz="3150" b="1">
                <ns1:solidFill>
                  <ns1:srgbClr val="131B2B"/>
                </ns1:solidFill>
              </ns1:defRPr>
            </ns1:lvl7pPr>
            <ns1:lvl8pPr algn="l">
              <ns1:defRPr sz="3150" b="1">
                <ns1:solidFill>
                  <ns1:srgbClr val="131B2B"/>
                </ns1:solidFill>
              </ns1:defRPr>
            </ns1:lvl8pPr>
            <ns1:lvl9pPr algn="l">
              <ns1:defRPr sz="31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3150" b="1">
                <ns1:solidFill>
                  <ns1:srgbClr val="131B2B"/>
                </ns1:solidFill>
              </ns1:defRPr>
            </ns1:pPr>
            <ns1:r>
              <ns1:rPr sz="3150" b="1" lang="ru-RU">
                <ns1:solidFill>
                  <ns1:srgbClr val="131B2B"/>
                </ns1:solidFill>
              </ns1:rPr>
              <ns1:t>Направления работы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8B709DFF-1D9D-4949-91DC-8B12E46DF3D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638300"/>
            <ns1:ext cx="100965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425" b="0">
                <ns1:solidFill>
                  <ns1:srgbClr val="657187"/>
                </ns1:solidFill>
              </ns1:defRPr>
            </ns1:defPPr>
            <ns1:lvl1pPr algn="l">
              <ns1:defRPr sz="1425" b="0">
                <ns1:solidFill>
                  <ns1:srgbClr val="657187"/>
                </ns1:solidFill>
              </ns1:defRPr>
            </ns1:lvl1pPr>
            <ns1:lvl2pPr algn="l">
              <ns1:defRPr sz="1425" b="0">
                <ns1:solidFill>
                  <ns1:srgbClr val="657187"/>
                </ns1:solidFill>
              </ns1:defRPr>
            </ns1:lvl2pPr>
            <ns1:lvl3pPr algn="l">
              <ns1:defRPr sz="1425" b="0">
                <ns1:solidFill>
                  <ns1:srgbClr val="657187"/>
                </ns1:solidFill>
              </ns1:defRPr>
            </ns1:lvl3pPr>
            <ns1:lvl4pPr algn="l">
              <ns1:defRPr sz="1425" b="0">
                <ns1:solidFill>
                  <ns1:srgbClr val="657187"/>
                </ns1:solidFill>
              </ns1:defRPr>
            </ns1:lvl4pPr>
            <ns1:lvl5pPr algn="l">
              <ns1:defRPr sz="1425" b="0">
                <ns1:solidFill>
                  <ns1:srgbClr val="657187"/>
                </ns1:solidFill>
              </ns1:defRPr>
            </ns1:lvl5pPr>
            <ns1:lvl6pPr algn="l">
              <ns1:defRPr sz="1425" b="0">
                <ns1:solidFill>
                  <ns1:srgbClr val="657187"/>
                </ns1:solidFill>
              </ns1:defRPr>
            </ns1:lvl6pPr>
            <ns1:lvl7pPr algn="l">
              <ns1:defRPr sz="1425" b="0">
                <ns1:solidFill>
                  <ns1:srgbClr val="657187"/>
                </ns1:solidFill>
              </ns1:defRPr>
            </ns1:lvl7pPr>
            <ns1:lvl8pPr algn="l">
              <ns1:defRPr sz="1425" b="0">
                <ns1:solidFill>
                  <ns1:srgbClr val="657187"/>
                </ns1:solidFill>
              </ns1:defRPr>
            </ns1:lvl8pPr>
            <ns1:lvl9pPr algn="l">
              <ns1:defRPr sz="1425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425" b="0">
                <ns1:solidFill>
                  <ns1:srgbClr val="657187"/>
                </ns1:solidFill>
              </ns1:defRPr>
            </ns1:pPr>
            <ns1:r>
              <ns1:rPr sz="1425" b="0" lang="ru-RU">
                <ns1:solidFill>
                  <ns1:srgbClr val="657187"/>
                </ns1:solidFill>
              </ns1:rPr>
              <ns1:t>Пять форматов, которые можно объединить в одном проекте.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C9BBAF3E-FF38-4C25-98D5-32E76194C7AB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571750"/>
            <ns1:ext cx="3238500" cy="1238250"/>
          </ns1:xfrm>
          <ns1:prstGeom prst="roundRect">
            <ns1:avLst>
              <ns1:gd name="adj" fmla="val 9231"/>
            </ns1:avLst>
          </ns1:prstGeom>
          <ns1:solidFill>
            <ns1:srgbClr val="F4F7FB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C1285E1D-6DCA-4A19-A32E-84449C597783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2743200"/>
            <ns1:ext cx="52387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1">
                <ns1:solidFill>
                  <ns1:srgbClr val="246BFD"/>
                </ns1:solidFill>
              </ns1:defRPr>
            </ns1:defPPr>
            <ns1:lvl1pPr algn="l">
              <ns1:defRPr sz="1200" b="1">
                <ns1:solidFill>
                  <ns1:srgbClr val="246BFD"/>
                </ns1:solidFill>
              </ns1:defRPr>
            </ns1:lvl1pPr>
            <ns1:lvl2pPr algn="l">
              <ns1:defRPr sz="1200" b="1">
                <ns1:solidFill>
                  <ns1:srgbClr val="246BFD"/>
                </ns1:solidFill>
              </ns1:defRPr>
            </ns1:lvl2pPr>
            <ns1:lvl3pPr algn="l">
              <ns1:defRPr sz="1200" b="1">
                <ns1:solidFill>
                  <ns1:srgbClr val="246BFD"/>
                </ns1:solidFill>
              </ns1:defRPr>
            </ns1:lvl3pPr>
            <ns1:lvl4pPr algn="l">
              <ns1:defRPr sz="1200" b="1">
                <ns1:solidFill>
                  <ns1:srgbClr val="246BFD"/>
                </ns1:solidFill>
              </ns1:defRPr>
            </ns1:lvl4pPr>
            <ns1:lvl5pPr algn="l">
              <ns1:defRPr sz="1200" b="1">
                <ns1:solidFill>
                  <ns1:srgbClr val="246BFD"/>
                </ns1:solidFill>
              </ns1:defRPr>
            </ns1:lvl5pPr>
            <ns1:lvl6pPr algn="l">
              <ns1:defRPr sz="1200" b="1">
                <ns1:solidFill>
                  <ns1:srgbClr val="246BFD"/>
                </ns1:solidFill>
              </ns1:defRPr>
            </ns1:lvl6pPr>
            <ns1:lvl7pPr algn="l">
              <ns1:defRPr sz="1200" b="1">
                <ns1:solidFill>
                  <ns1:srgbClr val="246BFD"/>
                </ns1:solidFill>
              </ns1:defRPr>
            </ns1:lvl7pPr>
            <ns1:lvl8pPr algn="l">
              <ns1:defRPr sz="1200" b="1">
                <ns1:solidFill>
                  <ns1:srgbClr val="246BFD"/>
                </ns1:solidFill>
              </ns1:defRPr>
            </ns1:lvl8pPr>
            <ns1:lvl9pPr algn="l">
              <ns1:defRPr sz="120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200" b="1">
                <ns1:solidFill>
                  <ns1:srgbClr val="246BFD"/>
                </ns1:solidFill>
              </ns1:defRPr>
            </ns1:pPr>
            <ns1:r>
              <ns1:rPr sz="1200" b="1" lang="ru-RU">
                <ns1:solidFill>
                  <ns1:srgbClr val="246BFD"/>
                </ns1:solidFill>
              </ns1:rPr>
              <ns1:t>01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63819449-B568-4209-9DD8-42729980E3E5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3038475"/>
            <ns1:ext cx="276225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31B2B"/>
                </ns1:solidFill>
              </ns1:defRPr>
            </ns1:defPPr>
            <ns1:lvl1pPr algn="l">
              <ns1:defRPr sz="1650" b="1">
                <ns1:solidFill>
                  <ns1:srgbClr val="131B2B"/>
                </ns1:solidFill>
              </ns1:defRPr>
            </ns1:lvl1pPr>
            <ns1:lvl2pPr algn="l">
              <ns1:defRPr sz="1650" b="1">
                <ns1:solidFill>
                  <ns1:srgbClr val="131B2B"/>
                </ns1:solidFill>
              </ns1:defRPr>
            </ns1:lvl2pPr>
            <ns1:lvl3pPr algn="l">
              <ns1:defRPr sz="1650" b="1">
                <ns1:solidFill>
                  <ns1:srgbClr val="131B2B"/>
                </ns1:solidFill>
              </ns1:defRPr>
            </ns1:lvl3pPr>
            <ns1:lvl4pPr algn="l">
              <ns1:defRPr sz="1650" b="1">
                <ns1:solidFill>
                  <ns1:srgbClr val="131B2B"/>
                </ns1:solidFill>
              </ns1:defRPr>
            </ns1:lvl4pPr>
            <ns1:lvl5pPr algn="l">
              <ns1:defRPr sz="1650" b="1">
                <ns1:solidFill>
                  <ns1:srgbClr val="131B2B"/>
                </ns1:solidFill>
              </ns1:defRPr>
            </ns1:lvl5pPr>
            <ns1:lvl6pPr algn="l">
              <ns1:defRPr sz="1650" b="1">
                <ns1:solidFill>
                  <ns1:srgbClr val="131B2B"/>
                </ns1:solidFill>
              </ns1:defRPr>
            </ns1:lvl6pPr>
            <ns1:lvl7pPr algn="l">
              <ns1:defRPr sz="1650" b="1">
                <ns1:solidFill>
                  <ns1:srgbClr val="131B2B"/>
                </ns1:solidFill>
              </ns1:defRPr>
            </ns1:lvl7pPr>
            <ns1:lvl8pPr algn="l">
              <ns1:defRPr sz="1650" b="1">
                <ns1:solidFill>
                  <ns1:srgbClr val="131B2B"/>
                </ns1:solidFill>
              </ns1:defRPr>
            </ns1:lvl8pPr>
            <ns1:lvl9pPr algn="l">
              <ns1:defRPr sz="16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650" b="1">
                <ns1:solidFill>
                  <ns1:srgbClr val="131B2B"/>
                </ns1:solidFill>
              </ns1:defRPr>
            </ns1:pPr>
            <ns1:r>
              <ns1:rPr sz="1650" b="1" lang="ru-RU">
                <ns1:solidFill>
                  <ns1:srgbClr val="131B2B"/>
                </ns1:solidFill>
              </ns1:rPr>
              <ns1:t>Лендинги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FAD935E5-133E-4E1B-83DE-A1D0B5C64BF4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3371850"/>
            <ns1:ext cx="2762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125" b="0">
                <ns1:solidFill>
                  <ns1:srgbClr val="657187"/>
                </ns1:solidFill>
              </ns1:defRPr>
            </ns1:defPPr>
            <ns1:lvl1pPr algn="l">
              <ns1:defRPr sz="1125" b="0">
                <ns1:solidFill>
                  <ns1:srgbClr val="657187"/>
                </ns1:solidFill>
              </ns1:defRPr>
            </ns1:lvl1pPr>
            <ns1:lvl2pPr algn="l">
              <ns1:defRPr sz="1125" b="0">
                <ns1:solidFill>
                  <ns1:srgbClr val="657187"/>
                </ns1:solidFill>
              </ns1:defRPr>
            </ns1:lvl2pPr>
            <ns1:lvl3pPr algn="l">
              <ns1:defRPr sz="1125" b="0">
                <ns1:solidFill>
                  <ns1:srgbClr val="657187"/>
                </ns1:solidFill>
              </ns1:defRPr>
            </ns1:lvl3pPr>
            <ns1:lvl4pPr algn="l">
              <ns1:defRPr sz="1125" b="0">
                <ns1:solidFill>
                  <ns1:srgbClr val="657187"/>
                </ns1:solidFill>
              </ns1:defRPr>
            </ns1:lvl4pPr>
            <ns1:lvl5pPr algn="l">
              <ns1:defRPr sz="1125" b="0">
                <ns1:solidFill>
                  <ns1:srgbClr val="657187"/>
                </ns1:solidFill>
              </ns1:defRPr>
            </ns1:lvl5pPr>
            <ns1:lvl6pPr algn="l">
              <ns1:defRPr sz="1125" b="0">
                <ns1:solidFill>
                  <ns1:srgbClr val="657187"/>
                </ns1:solidFill>
              </ns1:defRPr>
            </ns1:lvl6pPr>
            <ns1:lvl7pPr algn="l">
              <ns1:defRPr sz="1125" b="0">
                <ns1:solidFill>
                  <ns1:srgbClr val="657187"/>
                </ns1:solidFill>
              </ns1:defRPr>
            </ns1:lvl7pPr>
            <ns1:lvl8pPr algn="l">
              <ns1:defRPr sz="1125" b="0">
                <ns1:solidFill>
                  <ns1:srgbClr val="657187"/>
                </ns1:solidFill>
              </ns1:defRPr>
            </ns1:lvl8pPr>
            <ns1:lvl9pPr algn="l">
              <ns1:defRPr sz="1125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125" b="0">
                <ns1:solidFill>
                  <ns1:srgbClr val="657187"/>
                </ns1:solidFill>
              </ns1:defRPr>
            </ns1:pPr>
            <ns1:r>
              <ns1:rPr sz="1125" b="0" lang="ru-RU">
                <ns1:solidFill>
                  <ns1:srgbClr val="657187"/>
                </ns1:solidFill>
              </ns1:rPr>
              <ns1:t>Структура, адаптивность и ясная подача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50C75AEB-11A8-4EFD-953D-7E3442589681}"/>
              </ns1:ext>
            </ns1:extLst>
          </ns0:cNvPr>
          <ns0:cNvSpPr>
            <ns1:spLocks noGrp="1"/>
          </ns0:cNvSpPr>
          <ns0:nvPr/>
        </ns0:nvSpPr>
        <ns0:spPr>
          <ns1:xfrm>
            <ns1:off x="4286250" y="2571750"/>
            <ns1:ext cx="3238500" cy="1238250"/>
          </ns1:xfrm>
          <ns1:prstGeom prst="roundRect">
            <ns1:avLst>
              <ns1:gd name="adj" fmla="val 9231"/>
            </ns1:avLst>
          </ns1:prstGeom>
          <ns1:solidFill>
            <ns1:srgbClr val="F4F7FB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958D2E18-556E-453F-A583-C815898F0922}"/>
              </ns1:ext>
            </ns1:extLst>
          </ns0:cNvPr>
          <ns0:cNvSpPr>
            <ns1:spLocks noGrp="1"/>
          </ns0:cNvSpPr>
          <ns0:nvPr/>
        </ns0:nvSpPr>
        <ns0:spPr>
          <ns1:xfrm>
            <ns1:off x="4514850" y="2743200"/>
            <ns1:ext cx="52387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1">
                <ns1:solidFill>
                  <ns1:srgbClr val="246BFD"/>
                </ns1:solidFill>
              </ns1:defRPr>
            </ns1:defPPr>
            <ns1:lvl1pPr algn="l">
              <ns1:defRPr sz="1200" b="1">
                <ns1:solidFill>
                  <ns1:srgbClr val="246BFD"/>
                </ns1:solidFill>
              </ns1:defRPr>
            </ns1:lvl1pPr>
            <ns1:lvl2pPr algn="l">
              <ns1:defRPr sz="1200" b="1">
                <ns1:solidFill>
                  <ns1:srgbClr val="246BFD"/>
                </ns1:solidFill>
              </ns1:defRPr>
            </ns1:lvl2pPr>
            <ns1:lvl3pPr algn="l">
              <ns1:defRPr sz="1200" b="1">
                <ns1:solidFill>
                  <ns1:srgbClr val="246BFD"/>
                </ns1:solidFill>
              </ns1:defRPr>
            </ns1:lvl3pPr>
            <ns1:lvl4pPr algn="l">
              <ns1:defRPr sz="1200" b="1">
                <ns1:solidFill>
                  <ns1:srgbClr val="246BFD"/>
                </ns1:solidFill>
              </ns1:defRPr>
            </ns1:lvl4pPr>
            <ns1:lvl5pPr algn="l">
              <ns1:defRPr sz="1200" b="1">
                <ns1:solidFill>
                  <ns1:srgbClr val="246BFD"/>
                </ns1:solidFill>
              </ns1:defRPr>
            </ns1:lvl5pPr>
            <ns1:lvl6pPr algn="l">
              <ns1:defRPr sz="1200" b="1">
                <ns1:solidFill>
                  <ns1:srgbClr val="246BFD"/>
                </ns1:solidFill>
              </ns1:defRPr>
            </ns1:lvl6pPr>
            <ns1:lvl7pPr algn="l">
              <ns1:defRPr sz="1200" b="1">
                <ns1:solidFill>
                  <ns1:srgbClr val="246BFD"/>
                </ns1:solidFill>
              </ns1:defRPr>
            </ns1:lvl7pPr>
            <ns1:lvl8pPr algn="l">
              <ns1:defRPr sz="1200" b="1">
                <ns1:solidFill>
                  <ns1:srgbClr val="246BFD"/>
                </ns1:solidFill>
              </ns1:defRPr>
            </ns1:lvl8pPr>
            <ns1:lvl9pPr algn="l">
              <ns1:defRPr sz="120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200" b="1">
                <ns1:solidFill>
                  <ns1:srgbClr val="246BFD"/>
                </ns1:solidFill>
              </ns1:defRPr>
            </ns1:pPr>
            <ns1:r>
              <ns1:rPr sz="1200" b="1" lang="ru-RU">
                <ns1:solidFill>
                  <ns1:srgbClr val="246BFD"/>
                </ns1:solidFill>
              </ns1:rPr>
              <ns1:t>02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36F2BE58-D0B3-466F-9FCF-DB11BAFE8189}"/>
              </ns1:ext>
            </ns1:extLst>
          </ns0:cNvPr>
          <ns0:cNvSpPr>
            <ns1:spLocks noGrp="1"/>
          </ns0:cNvSpPr>
          <ns0:nvPr/>
        </ns0:nvSpPr>
        <ns0:spPr>
          <ns1:xfrm>
            <ns1:off x="4514850" y="3038475"/>
            <ns1:ext cx="276225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31B2B"/>
                </ns1:solidFill>
              </ns1:defRPr>
            </ns1:defPPr>
            <ns1:lvl1pPr algn="l">
              <ns1:defRPr sz="1650" b="1">
                <ns1:solidFill>
                  <ns1:srgbClr val="131B2B"/>
                </ns1:solidFill>
              </ns1:defRPr>
            </ns1:lvl1pPr>
            <ns1:lvl2pPr algn="l">
              <ns1:defRPr sz="1650" b="1">
                <ns1:solidFill>
                  <ns1:srgbClr val="131B2B"/>
                </ns1:solidFill>
              </ns1:defRPr>
            </ns1:lvl2pPr>
            <ns1:lvl3pPr algn="l">
              <ns1:defRPr sz="1650" b="1">
                <ns1:solidFill>
                  <ns1:srgbClr val="131B2B"/>
                </ns1:solidFill>
              </ns1:defRPr>
            </ns1:lvl3pPr>
            <ns1:lvl4pPr algn="l">
              <ns1:defRPr sz="1650" b="1">
                <ns1:solidFill>
                  <ns1:srgbClr val="131B2B"/>
                </ns1:solidFill>
              </ns1:defRPr>
            </ns1:lvl4pPr>
            <ns1:lvl5pPr algn="l">
              <ns1:defRPr sz="1650" b="1">
                <ns1:solidFill>
                  <ns1:srgbClr val="131B2B"/>
                </ns1:solidFill>
              </ns1:defRPr>
            </ns1:lvl5pPr>
            <ns1:lvl6pPr algn="l">
              <ns1:defRPr sz="1650" b="1">
                <ns1:solidFill>
                  <ns1:srgbClr val="131B2B"/>
                </ns1:solidFill>
              </ns1:defRPr>
            </ns1:lvl6pPr>
            <ns1:lvl7pPr algn="l">
              <ns1:defRPr sz="1650" b="1">
                <ns1:solidFill>
                  <ns1:srgbClr val="131B2B"/>
                </ns1:solidFill>
              </ns1:defRPr>
            </ns1:lvl7pPr>
            <ns1:lvl8pPr algn="l">
              <ns1:defRPr sz="1650" b="1">
                <ns1:solidFill>
                  <ns1:srgbClr val="131B2B"/>
                </ns1:solidFill>
              </ns1:defRPr>
            </ns1:lvl8pPr>
            <ns1:lvl9pPr algn="l">
              <ns1:defRPr sz="16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650" b="1">
                <ns1:solidFill>
                  <ns1:srgbClr val="131B2B"/>
                </ns1:solidFill>
              </ns1:defRPr>
            </ns1:pPr>
            <ns1:r>
              <ns1:rPr sz="1650" b="1" lang="ru-RU">
                <ns1:solidFill>
                  <ns1:srgbClr val="131B2B"/>
                </ns1:solidFill>
              </ns1:rPr>
              <ns1:t>Веб-интерфейсы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A30BBF0C-9EA1-4F89-A77C-C4D85C8DD1EC}"/>
              </ns1:ext>
            </ns1:extLst>
          </ns0:cNvPr>
          <ns0:cNvSpPr>
            <ns1:spLocks noGrp="1"/>
          </ns0:cNvSpPr>
          <ns0:nvPr/>
        </ns0:nvSpPr>
        <ns0:spPr>
          <ns1:xfrm>
            <ns1:off x="4514850" y="3371850"/>
            <ns1:ext cx="2762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125" b="0">
                <ns1:solidFill>
                  <ns1:srgbClr val="657187"/>
                </ns1:solidFill>
              </ns1:defRPr>
            </ns1:defPPr>
            <ns1:lvl1pPr algn="l">
              <ns1:defRPr sz="1125" b="0">
                <ns1:solidFill>
                  <ns1:srgbClr val="657187"/>
                </ns1:solidFill>
              </ns1:defRPr>
            </ns1:lvl1pPr>
            <ns1:lvl2pPr algn="l">
              <ns1:defRPr sz="1125" b="0">
                <ns1:solidFill>
                  <ns1:srgbClr val="657187"/>
                </ns1:solidFill>
              </ns1:defRPr>
            </ns1:lvl2pPr>
            <ns1:lvl3pPr algn="l">
              <ns1:defRPr sz="1125" b="0">
                <ns1:solidFill>
                  <ns1:srgbClr val="657187"/>
                </ns1:solidFill>
              </ns1:defRPr>
            </ns1:lvl3pPr>
            <ns1:lvl4pPr algn="l">
              <ns1:defRPr sz="1125" b="0">
                <ns1:solidFill>
                  <ns1:srgbClr val="657187"/>
                </ns1:solidFill>
              </ns1:defRPr>
            </ns1:lvl4pPr>
            <ns1:lvl5pPr algn="l">
              <ns1:defRPr sz="1125" b="0">
                <ns1:solidFill>
                  <ns1:srgbClr val="657187"/>
                </ns1:solidFill>
              </ns1:defRPr>
            </ns1:lvl5pPr>
            <ns1:lvl6pPr algn="l">
              <ns1:defRPr sz="1125" b="0">
                <ns1:solidFill>
                  <ns1:srgbClr val="657187"/>
                </ns1:solidFill>
              </ns1:defRPr>
            </ns1:lvl6pPr>
            <ns1:lvl7pPr algn="l">
              <ns1:defRPr sz="1125" b="0">
                <ns1:solidFill>
                  <ns1:srgbClr val="657187"/>
                </ns1:solidFill>
              </ns1:defRPr>
            </ns1:lvl7pPr>
            <ns1:lvl8pPr algn="l">
              <ns1:defRPr sz="1125" b="0">
                <ns1:solidFill>
                  <ns1:srgbClr val="657187"/>
                </ns1:solidFill>
              </ns1:defRPr>
            </ns1:lvl8pPr>
            <ns1:lvl9pPr algn="l">
              <ns1:defRPr sz="1125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125" b="0">
                <ns1:solidFill>
                  <ns1:srgbClr val="657187"/>
                </ns1:solidFill>
              </ns1:defRPr>
            </ns1:pPr>
            <ns1:r>
              <ns1:rPr sz="1125" b="0" lang="ru-RU">
                <ns1:solidFill>
                  <ns1:srgbClr val="657187"/>
                </ns1:solidFill>
              </ns1:rPr>
              <ns1:t>Личные кабинеты и рабочие экраны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23607835-64A6-4316-9521-B2F3C2862E7D}"/>
              </ns1:ext>
            </ns1:extLst>
          </ns0:cNvPr>
          <ns0:cNvSpPr>
            <ns1:spLocks noGrp="1"/>
          </ns0:cNvSpPr>
          <ns0:nvPr/>
        </ns0:nvSpPr>
        <ns0:spPr>
          <ns1:xfrm>
            <ns1:off x="7905750" y="2571750"/>
            <ns1:ext cx="3238500" cy="1238250"/>
          </ns1:xfrm>
          <ns1:prstGeom prst="roundRect">
            <ns1:avLst>
              <ns1:gd name="adj" fmla="val 9231"/>
            </ns1:avLst>
          </ns1:prstGeom>
          <ns1:solidFill>
            <ns1:srgbClr val="F4F7FB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13" name="">
            <ns1:extLst>
              <ns1:ext uri="{FF2B5EF4-FFF2-40B4-BE49-F238E27FC236}">
                <ns2:creationId id="{7EAECBF6-E40C-43E3-ACA1-47C9FAF51B02}"/>
              </ns1:ext>
            </ns1:extLst>
          </ns0:cNvPr>
          <ns0:cNvSpPr>
            <ns1:spLocks noGrp="1"/>
          </ns0:cNvSpPr>
          <ns0:nvPr/>
        </ns0:nvSpPr>
        <ns0:spPr>
          <ns1:xfrm>
            <ns1:off x="8134350" y="2743200"/>
            <ns1:ext cx="52387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1">
                <ns1:solidFill>
                  <ns1:srgbClr val="246BFD"/>
                </ns1:solidFill>
              </ns1:defRPr>
            </ns1:defPPr>
            <ns1:lvl1pPr algn="l">
              <ns1:defRPr sz="1200" b="1">
                <ns1:solidFill>
                  <ns1:srgbClr val="246BFD"/>
                </ns1:solidFill>
              </ns1:defRPr>
            </ns1:lvl1pPr>
            <ns1:lvl2pPr algn="l">
              <ns1:defRPr sz="1200" b="1">
                <ns1:solidFill>
                  <ns1:srgbClr val="246BFD"/>
                </ns1:solidFill>
              </ns1:defRPr>
            </ns1:lvl2pPr>
            <ns1:lvl3pPr algn="l">
              <ns1:defRPr sz="1200" b="1">
                <ns1:solidFill>
                  <ns1:srgbClr val="246BFD"/>
                </ns1:solidFill>
              </ns1:defRPr>
            </ns1:lvl3pPr>
            <ns1:lvl4pPr algn="l">
              <ns1:defRPr sz="1200" b="1">
                <ns1:solidFill>
                  <ns1:srgbClr val="246BFD"/>
                </ns1:solidFill>
              </ns1:defRPr>
            </ns1:lvl4pPr>
            <ns1:lvl5pPr algn="l">
              <ns1:defRPr sz="1200" b="1">
                <ns1:solidFill>
                  <ns1:srgbClr val="246BFD"/>
                </ns1:solidFill>
              </ns1:defRPr>
            </ns1:lvl5pPr>
            <ns1:lvl6pPr algn="l">
              <ns1:defRPr sz="1200" b="1">
                <ns1:solidFill>
                  <ns1:srgbClr val="246BFD"/>
                </ns1:solidFill>
              </ns1:defRPr>
            </ns1:lvl6pPr>
            <ns1:lvl7pPr algn="l">
              <ns1:defRPr sz="1200" b="1">
                <ns1:solidFill>
                  <ns1:srgbClr val="246BFD"/>
                </ns1:solidFill>
              </ns1:defRPr>
            </ns1:lvl7pPr>
            <ns1:lvl8pPr algn="l">
              <ns1:defRPr sz="1200" b="1">
                <ns1:solidFill>
                  <ns1:srgbClr val="246BFD"/>
                </ns1:solidFill>
              </ns1:defRPr>
            </ns1:lvl8pPr>
            <ns1:lvl9pPr algn="l">
              <ns1:defRPr sz="120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200" b="1">
                <ns1:solidFill>
                  <ns1:srgbClr val="246BFD"/>
                </ns1:solidFill>
              </ns1:defRPr>
            </ns1:pPr>
            <ns1:r>
              <ns1:rPr sz="1200" b="1" lang="ru-RU">
                <ns1:solidFill>
                  <ns1:srgbClr val="246BFD"/>
                </ns1:solidFill>
              </ns1:rPr>
              <ns1:t>03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04B05E1B-A828-4114-915F-DC6EB463A6BA}"/>
              </ns1:ext>
            </ns1:extLst>
          </ns0:cNvPr>
          <ns0:cNvSpPr>
            <ns1:spLocks noGrp="1"/>
          </ns0:cNvSpPr>
          <ns0:nvPr/>
        </ns0:nvSpPr>
        <ns0:spPr>
          <ns1:xfrm>
            <ns1:off x="8134350" y="3038475"/>
            <ns1:ext cx="276225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31B2B"/>
                </ns1:solidFill>
              </ns1:defRPr>
            </ns1:defPPr>
            <ns1:lvl1pPr algn="l">
              <ns1:defRPr sz="1650" b="1">
                <ns1:solidFill>
                  <ns1:srgbClr val="131B2B"/>
                </ns1:solidFill>
              </ns1:defRPr>
            </ns1:lvl1pPr>
            <ns1:lvl2pPr algn="l">
              <ns1:defRPr sz="1650" b="1">
                <ns1:solidFill>
                  <ns1:srgbClr val="131B2B"/>
                </ns1:solidFill>
              </ns1:defRPr>
            </ns1:lvl2pPr>
            <ns1:lvl3pPr algn="l">
              <ns1:defRPr sz="1650" b="1">
                <ns1:solidFill>
                  <ns1:srgbClr val="131B2B"/>
                </ns1:solidFill>
              </ns1:defRPr>
            </ns1:lvl3pPr>
            <ns1:lvl4pPr algn="l">
              <ns1:defRPr sz="1650" b="1">
                <ns1:solidFill>
                  <ns1:srgbClr val="131B2B"/>
                </ns1:solidFill>
              </ns1:defRPr>
            </ns1:lvl4pPr>
            <ns1:lvl5pPr algn="l">
              <ns1:defRPr sz="1650" b="1">
                <ns1:solidFill>
                  <ns1:srgbClr val="131B2B"/>
                </ns1:solidFill>
              </ns1:defRPr>
            </ns1:lvl5pPr>
            <ns1:lvl6pPr algn="l">
              <ns1:defRPr sz="1650" b="1">
                <ns1:solidFill>
                  <ns1:srgbClr val="131B2B"/>
                </ns1:solidFill>
              </ns1:defRPr>
            </ns1:lvl6pPr>
            <ns1:lvl7pPr algn="l">
              <ns1:defRPr sz="1650" b="1">
                <ns1:solidFill>
                  <ns1:srgbClr val="131B2B"/>
                </ns1:solidFill>
              </ns1:defRPr>
            </ns1:lvl7pPr>
            <ns1:lvl8pPr algn="l">
              <ns1:defRPr sz="1650" b="1">
                <ns1:solidFill>
                  <ns1:srgbClr val="131B2B"/>
                </ns1:solidFill>
              </ns1:defRPr>
            </ns1:lvl8pPr>
            <ns1:lvl9pPr algn="l">
              <ns1:defRPr sz="16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650" b="1">
                <ns1:solidFill>
                  <ns1:srgbClr val="131B2B"/>
                </ns1:solidFill>
              </ns1:defRPr>
            </ns1:pPr>
            <ns1:r>
              <ns1:rPr sz="1650" b="1" lang="ru-RU">
                <ns1:solidFill>
                  <ns1:srgbClr val="131B2B"/>
                </ns1:solidFill>
              </ns1:rPr>
              <ns1:t>Автоматизация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0EC64E44-8657-4FF0-AF42-CF2A205C6BD2}"/>
              </ns1:ext>
            </ns1:extLst>
          </ns0:cNvPr>
          <ns0:cNvSpPr>
            <ns1:spLocks noGrp="1"/>
          </ns0:cNvSpPr>
          <ns0:nvPr/>
        </ns0:nvSpPr>
        <ns0:spPr>
          <ns1:xfrm>
            <ns1:off x="8134350" y="3371850"/>
            <ns1:ext cx="2762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125" b="0">
                <ns1:solidFill>
                  <ns1:srgbClr val="657187"/>
                </ns1:solidFill>
              </ns1:defRPr>
            </ns1:defPPr>
            <ns1:lvl1pPr algn="l">
              <ns1:defRPr sz="1125" b="0">
                <ns1:solidFill>
                  <ns1:srgbClr val="657187"/>
                </ns1:solidFill>
              </ns1:defRPr>
            </ns1:lvl1pPr>
            <ns1:lvl2pPr algn="l">
              <ns1:defRPr sz="1125" b="0">
                <ns1:solidFill>
                  <ns1:srgbClr val="657187"/>
                </ns1:solidFill>
              </ns1:defRPr>
            </ns1:lvl2pPr>
            <ns1:lvl3pPr algn="l">
              <ns1:defRPr sz="1125" b="0">
                <ns1:solidFill>
                  <ns1:srgbClr val="657187"/>
                </ns1:solidFill>
              </ns1:defRPr>
            </ns1:lvl3pPr>
            <ns1:lvl4pPr algn="l">
              <ns1:defRPr sz="1125" b="0">
                <ns1:solidFill>
                  <ns1:srgbClr val="657187"/>
                </ns1:solidFill>
              </ns1:defRPr>
            </ns1:lvl4pPr>
            <ns1:lvl5pPr algn="l">
              <ns1:defRPr sz="1125" b="0">
                <ns1:solidFill>
                  <ns1:srgbClr val="657187"/>
                </ns1:solidFill>
              </ns1:defRPr>
            </ns1:lvl5pPr>
            <ns1:lvl6pPr algn="l">
              <ns1:defRPr sz="1125" b="0">
                <ns1:solidFill>
                  <ns1:srgbClr val="657187"/>
                </ns1:solidFill>
              </ns1:defRPr>
            </ns1:lvl6pPr>
            <ns1:lvl7pPr algn="l">
              <ns1:defRPr sz="1125" b="0">
                <ns1:solidFill>
                  <ns1:srgbClr val="657187"/>
                </ns1:solidFill>
              </ns1:defRPr>
            </ns1:lvl7pPr>
            <ns1:lvl8pPr algn="l">
              <ns1:defRPr sz="1125" b="0">
                <ns1:solidFill>
                  <ns1:srgbClr val="657187"/>
                </ns1:solidFill>
              </ns1:defRPr>
            </ns1:lvl8pPr>
            <ns1:lvl9pPr algn="l">
              <ns1:defRPr sz="1125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125" b="0">
                <ns1:solidFill>
                  <ns1:srgbClr val="657187"/>
                </ns1:solidFill>
              </ns1:defRPr>
            </ns1:pPr>
            <ns1:r>
              <ns1:rPr sz="1125" b="0" lang="ru-RU">
                <ns1:solidFill>
                  <ns1:srgbClr val="657187"/>
                </ns1:solidFill>
              </ns1:rPr>
              <ns1:t>Формы, сценарии и обработка данных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4DE98AF1-DB4A-4616-B96D-80754CED40A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095750"/>
            <ns1:ext cx="3238500" cy="1238250"/>
          </ns1:xfrm>
          <ns1:prstGeom prst="roundRect">
            <ns1:avLst>
              <ns1:gd name="adj" fmla="val 9231"/>
            </ns1:avLst>
          </ns1:prstGeom>
          <ns1:solidFill>
            <ns1:srgbClr val="F4F7FB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17" name="">
            <ns1:extLst>
              <ns1:ext uri="{FF2B5EF4-FFF2-40B4-BE49-F238E27FC236}">
                <ns2:creationId id="{4D316381-10E7-4182-95B3-4FAB5FE70287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4267200"/>
            <ns1:ext cx="52387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1">
                <ns1:solidFill>
                  <ns1:srgbClr val="246BFD"/>
                </ns1:solidFill>
              </ns1:defRPr>
            </ns1:defPPr>
            <ns1:lvl1pPr algn="l">
              <ns1:defRPr sz="1200" b="1">
                <ns1:solidFill>
                  <ns1:srgbClr val="246BFD"/>
                </ns1:solidFill>
              </ns1:defRPr>
            </ns1:lvl1pPr>
            <ns1:lvl2pPr algn="l">
              <ns1:defRPr sz="1200" b="1">
                <ns1:solidFill>
                  <ns1:srgbClr val="246BFD"/>
                </ns1:solidFill>
              </ns1:defRPr>
            </ns1:lvl2pPr>
            <ns1:lvl3pPr algn="l">
              <ns1:defRPr sz="1200" b="1">
                <ns1:solidFill>
                  <ns1:srgbClr val="246BFD"/>
                </ns1:solidFill>
              </ns1:defRPr>
            </ns1:lvl3pPr>
            <ns1:lvl4pPr algn="l">
              <ns1:defRPr sz="1200" b="1">
                <ns1:solidFill>
                  <ns1:srgbClr val="246BFD"/>
                </ns1:solidFill>
              </ns1:defRPr>
            </ns1:lvl4pPr>
            <ns1:lvl5pPr algn="l">
              <ns1:defRPr sz="1200" b="1">
                <ns1:solidFill>
                  <ns1:srgbClr val="246BFD"/>
                </ns1:solidFill>
              </ns1:defRPr>
            </ns1:lvl5pPr>
            <ns1:lvl6pPr algn="l">
              <ns1:defRPr sz="1200" b="1">
                <ns1:solidFill>
                  <ns1:srgbClr val="246BFD"/>
                </ns1:solidFill>
              </ns1:defRPr>
            </ns1:lvl6pPr>
            <ns1:lvl7pPr algn="l">
              <ns1:defRPr sz="1200" b="1">
                <ns1:solidFill>
                  <ns1:srgbClr val="246BFD"/>
                </ns1:solidFill>
              </ns1:defRPr>
            </ns1:lvl7pPr>
            <ns1:lvl8pPr algn="l">
              <ns1:defRPr sz="1200" b="1">
                <ns1:solidFill>
                  <ns1:srgbClr val="246BFD"/>
                </ns1:solidFill>
              </ns1:defRPr>
            </ns1:lvl8pPr>
            <ns1:lvl9pPr algn="l">
              <ns1:defRPr sz="120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200" b="1">
                <ns1:solidFill>
                  <ns1:srgbClr val="246BFD"/>
                </ns1:solidFill>
              </ns1:defRPr>
            </ns1:pPr>
            <ns1:r>
              <ns1:rPr sz="1200" b="1" lang="ru-RU">
                <ns1:solidFill>
                  <ns1:srgbClr val="246BFD"/>
                </ns1:solidFill>
              </ns1:rPr>
              <ns1:t>04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E03E7C10-A5B9-4D79-BF2D-8197B160470F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4562475"/>
            <ns1:ext cx="276225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31B2B"/>
                </ns1:solidFill>
              </ns1:defRPr>
            </ns1:defPPr>
            <ns1:lvl1pPr algn="l">
              <ns1:defRPr sz="1650" b="1">
                <ns1:solidFill>
                  <ns1:srgbClr val="131B2B"/>
                </ns1:solidFill>
              </ns1:defRPr>
            </ns1:lvl1pPr>
            <ns1:lvl2pPr algn="l">
              <ns1:defRPr sz="1650" b="1">
                <ns1:solidFill>
                  <ns1:srgbClr val="131B2B"/>
                </ns1:solidFill>
              </ns1:defRPr>
            </ns1:lvl2pPr>
            <ns1:lvl3pPr algn="l">
              <ns1:defRPr sz="1650" b="1">
                <ns1:solidFill>
                  <ns1:srgbClr val="131B2B"/>
                </ns1:solidFill>
              </ns1:defRPr>
            </ns1:lvl3pPr>
            <ns1:lvl4pPr algn="l">
              <ns1:defRPr sz="1650" b="1">
                <ns1:solidFill>
                  <ns1:srgbClr val="131B2B"/>
                </ns1:solidFill>
              </ns1:defRPr>
            </ns1:lvl4pPr>
            <ns1:lvl5pPr algn="l">
              <ns1:defRPr sz="1650" b="1">
                <ns1:solidFill>
                  <ns1:srgbClr val="131B2B"/>
                </ns1:solidFill>
              </ns1:defRPr>
            </ns1:lvl5pPr>
            <ns1:lvl6pPr algn="l">
              <ns1:defRPr sz="1650" b="1">
                <ns1:solidFill>
                  <ns1:srgbClr val="131B2B"/>
                </ns1:solidFill>
              </ns1:defRPr>
            </ns1:lvl6pPr>
            <ns1:lvl7pPr algn="l">
              <ns1:defRPr sz="1650" b="1">
                <ns1:solidFill>
                  <ns1:srgbClr val="131B2B"/>
                </ns1:solidFill>
              </ns1:defRPr>
            </ns1:lvl7pPr>
            <ns1:lvl8pPr algn="l">
              <ns1:defRPr sz="1650" b="1">
                <ns1:solidFill>
                  <ns1:srgbClr val="131B2B"/>
                </ns1:solidFill>
              </ns1:defRPr>
            </ns1:lvl8pPr>
            <ns1:lvl9pPr algn="l">
              <ns1:defRPr sz="16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650" b="1">
                <ns1:solidFill>
                  <ns1:srgbClr val="131B2B"/>
                </ns1:solidFill>
              </ns1:defRPr>
            </ns1:pPr>
            <ns1:r>
              <ns1:rPr sz="1650" b="1" lang="ru-RU">
                <ns1:solidFill>
                  <ns1:srgbClr val="131B2B"/>
                </ns1:solidFill>
              </ns1:rPr>
              <ns1:t>Telegram-боты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8FB18B40-C065-4EC5-93FA-3195A7E42CB5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4895850"/>
            <ns1:ext cx="2762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125" b="0">
                <ns1:solidFill>
                  <ns1:srgbClr val="657187"/>
                </ns1:solidFill>
              </ns1:defRPr>
            </ns1:defPPr>
            <ns1:lvl1pPr algn="l">
              <ns1:defRPr sz="1125" b="0">
                <ns1:solidFill>
                  <ns1:srgbClr val="657187"/>
                </ns1:solidFill>
              </ns1:defRPr>
            </ns1:lvl1pPr>
            <ns1:lvl2pPr algn="l">
              <ns1:defRPr sz="1125" b="0">
                <ns1:solidFill>
                  <ns1:srgbClr val="657187"/>
                </ns1:solidFill>
              </ns1:defRPr>
            </ns1:lvl2pPr>
            <ns1:lvl3pPr algn="l">
              <ns1:defRPr sz="1125" b="0">
                <ns1:solidFill>
                  <ns1:srgbClr val="657187"/>
                </ns1:solidFill>
              </ns1:defRPr>
            </ns1:lvl3pPr>
            <ns1:lvl4pPr algn="l">
              <ns1:defRPr sz="1125" b="0">
                <ns1:solidFill>
                  <ns1:srgbClr val="657187"/>
                </ns1:solidFill>
              </ns1:defRPr>
            </ns1:lvl4pPr>
            <ns1:lvl5pPr algn="l">
              <ns1:defRPr sz="1125" b="0">
                <ns1:solidFill>
                  <ns1:srgbClr val="657187"/>
                </ns1:solidFill>
              </ns1:defRPr>
            </ns1:lvl5pPr>
            <ns1:lvl6pPr algn="l">
              <ns1:defRPr sz="1125" b="0">
                <ns1:solidFill>
                  <ns1:srgbClr val="657187"/>
                </ns1:solidFill>
              </ns1:defRPr>
            </ns1:lvl6pPr>
            <ns1:lvl7pPr algn="l">
              <ns1:defRPr sz="1125" b="0">
                <ns1:solidFill>
                  <ns1:srgbClr val="657187"/>
                </ns1:solidFill>
              </ns1:defRPr>
            </ns1:lvl7pPr>
            <ns1:lvl8pPr algn="l">
              <ns1:defRPr sz="1125" b="0">
                <ns1:solidFill>
                  <ns1:srgbClr val="657187"/>
                </ns1:solidFill>
              </ns1:defRPr>
            </ns1:lvl8pPr>
            <ns1:lvl9pPr algn="l">
              <ns1:defRPr sz="1125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125" b="0">
                <ns1:solidFill>
                  <ns1:srgbClr val="657187"/>
                </ns1:solidFill>
              </ns1:defRPr>
            </ns1:pPr>
            <ns1:r>
              <ns1:rPr sz="1125" b="0" lang="ru-RU">
                <ns1:solidFill>
                  <ns1:srgbClr val="657187"/>
                </ns1:solidFill>
              </ns1:rPr>
              <ns1:t>Диалоги, заявки и уведомления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923EBD64-E132-4D51-B365-6AF18A748AD5}"/>
              </ns1:ext>
            </ns1:extLst>
          </ns0:cNvPr>
          <ns0:cNvSpPr>
            <ns1:spLocks noGrp="1"/>
          </ns0:cNvSpPr>
          <ns0:nvPr/>
        </ns0:nvSpPr>
        <ns0:spPr>
          <ns1:xfrm>
            <ns1:off x="4286250" y="4095750"/>
            <ns1:ext cx="3238500" cy="1238250"/>
          </ns1:xfrm>
          <ns1:prstGeom prst="roundRect">
            <ns1:avLst>
              <ns1:gd name="adj" fmla="val 9231"/>
            </ns1:avLst>
          </ns1:prstGeom>
          <ns1:solidFill>
            <ns1:srgbClr val="0D1728"/>
          </ns1:solidFill>
          <ns1:ln w="9525">
            <ns1:solidFill>
              <ns1:srgbClr val="31425C"/>
            </ns1:solidFill>
            <ns1:prstDash val="solid"/>
          </ns1:ln>
        </ns0:spPr>
      </ns0:sp>
      <ns0:sp>
        <ns0:nvSpPr>
          <ns0:cNvPr id="21" name="">
            <ns1:extLst>
              <ns1:ext uri="{FF2B5EF4-FFF2-40B4-BE49-F238E27FC236}">
                <ns2:creationId id="{E96A9383-50BA-40C3-AA49-40979EE4E0C3}"/>
              </ns1:ext>
            </ns1:extLst>
          </ns0:cNvPr>
          <ns0:cNvSpPr>
            <ns1:spLocks noGrp="1"/>
          </ns0:cNvSpPr>
          <ns0:nvPr/>
        </ns0:nvSpPr>
        <ns0:spPr>
          <ns1:xfrm>
            <ns1:off x="4514850" y="4267200"/>
            <ns1:ext cx="52387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1">
                <ns1:solidFill>
                  <ns1:srgbClr val="F47B61"/>
                </ns1:solidFill>
              </ns1:defRPr>
            </ns1:defPPr>
            <ns1:lvl1pPr algn="l">
              <ns1:defRPr sz="1200" b="1">
                <ns1:solidFill>
                  <ns1:srgbClr val="F47B61"/>
                </ns1:solidFill>
              </ns1:defRPr>
            </ns1:lvl1pPr>
            <ns1:lvl2pPr algn="l">
              <ns1:defRPr sz="1200" b="1">
                <ns1:solidFill>
                  <ns1:srgbClr val="F47B61"/>
                </ns1:solidFill>
              </ns1:defRPr>
            </ns1:lvl2pPr>
            <ns1:lvl3pPr algn="l">
              <ns1:defRPr sz="1200" b="1">
                <ns1:solidFill>
                  <ns1:srgbClr val="F47B61"/>
                </ns1:solidFill>
              </ns1:defRPr>
            </ns1:lvl3pPr>
            <ns1:lvl4pPr algn="l">
              <ns1:defRPr sz="1200" b="1">
                <ns1:solidFill>
                  <ns1:srgbClr val="F47B61"/>
                </ns1:solidFill>
              </ns1:defRPr>
            </ns1:lvl4pPr>
            <ns1:lvl5pPr algn="l">
              <ns1:defRPr sz="1200" b="1">
                <ns1:solidFill>
                  <ns1:srgbClr val="F47B61"/>
                </ns1:solidFill>
              </ns1:defRPr>
            </ns1:lvl5pPr>
            <ns1:lvl6pPr algn="l">
              <ns1:defRPr sz="1200" b="1">
                <ns1:solidFill>
                  <ns1:srgbClr val="F47B61"/>
                </ns1:solidFill>
              </ns1:defRPr>
            </ns1:lvl6pPr>
            <ns1:lvl7pPr algn="l">
              <ns1:defRPr sz="1200" b="1">
                <ns1:solidFill>
                  <ns1:srgbClr val="F47B61"/>
                </ns1:solidFill>
              </ns1:defRPr>
            </ns1:lvl7pPr>
            <ns1:lvl8pPr algn="l">
              <ns1:defRPr sz="1200" b="1">
                <ns1:solidFill>
                  <ns1:srgbClr val="F47B61"/>
                </ns1:solidFill>
              </ns1:defRPr>
            </ns1:lvl8pPr>
            <ns1:lvl9pPr algn="l">
              <ns1:defRPr sz="120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200" b="1">
                <ns1:solidFill>
                  <ns1:srgbClr val="F47B61"/>
                </ns1:solidFill>
              </ns1:defRPr>
            </ns1:pPr>
            <ns1:r>
              <ns1:rPr sz="1200" b="1" lang="ru-RU">
                <ns1:solidFill>
                  <ns1:srgbClr val="F47B61"/>
                </ns1:solidFill>
              </ns1:rPr>
              <ns1:t>05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E7596919-5DFB-476A-9EBE-FDDE6D92695A}"/>
              </ns1:ext>
            </ns1:extLst>
          </ns0:cNvPr>
          <ns0:cNvSpPr>
            <ns1:spLocks noGrp="1"/>
          </ns0:cNvSpPr>
          <ns0:nvPr/>
        </ns0:nvSpPr>
        <ns0:spPr>
          <ns1:xfrm>
            <ns1:off x="4514850" y="4562475"/>
            <ns1:ext cx="276225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FFFFFF"/>
                </ns1:solidFill>
              </ns1:defRPr>
            </ns1:defPPr>
            <ns1:lvl1pPr algn="l">
              <ns1:defRPr sz="1650" b="1">
                <ns1:solidFill>
                  <ns1:srgbClr val="FFFFFF"/>
                </ns1:solidFill>
              </ns1:defRPr>
            </ns1:lvl1pPr>
            <ns1:lvl2pPr algn="l">
              <ns1:defRPr sz="1650" b="1">
                <ns1:solidFill>
                  <ns1:srgbClr val="FFFFFF"/>
                </ns1:solidFill>
              </ns1:defRPr>
            </ns1:lvl2pPr>
            <ns1:lvl3pPr algn="l">
              <ns1:defRPr sz="1650" b="1">
                <ns1:solidFill>
                  <ns1:srgbClr val="FFFFFF"/>
                </ns1:solidFill>
              </ns1:defRPr>
            </ns1:lvl3pPr>
            <ns1:lvl4pPr algn="l">
              <ns1:defRPr sz="1650" b="1">
                <ns1:solidFill>
                  <ns1:srgbClr val="FFFFFF"/>
                </ns1:solidFill>
              </ns1:defRPr>
            </ns1:lvl4pPr>
            <ns1:lvl5pPr algn="l">
              <ns1:defRPr sz="1650" b="1">
                <ns1:solidFill>
                  <ns1:srgbClr val="FFFFFF"/>
                </ns1:solidFill>
              </ns1:defRPr>
            </ns1:lvl5pPr>
            <ns1:lvl6pPr algn="l">
              <ns1:defRPr sz="1650" b="1">
                <ns1:solidFill>
                  <ns1:srgbClr val="FFFFFF"/>
                </ns1:solidFill>
              </ns1:defRPr>
            </ns1:lvl6pPr>
            <ns1:lvl7pPr algn="l">
              <ns1:defRPr sz="1650" b="1">
                <ns1:solidFill>
                  <ns1:srgbClr val="FFFFFF"/>
                </ns1:solidFill>
              </ns1:defRPr>
            </ns1:lvl7pPr>
            <ns1:lvl8pPr algn="l">
              <ns1:defRPr sz="1650" b="1">
                <ns1:solidFill>
                  <ns1:srgbClr val="FFFFFF"/>
                </ns1:solidFill>
              </ns1:defRPr>
            </ns1:lvl8pPr>
            <ns1:lvl9pPr algn="l">
              <ns1:defRPr sz="16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 lang="ru-RU">
                <ns1:solidFill>
                  <ns1:srgbClr val="FFFFFF"/>
                </ns1:solidFill>
              </ns1:rPr>
              <ns1:t>Браузерные игры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C5026958-CF7B-4E4C-8AE4-B7CC96C809A1}"/>
              </ns1:ext>
            </ns1:extLst>
          </ns0:cNvPr>
          <ns0:cNvSpPr>
            <ns1:spLocks noGrp="1"/>
          </ns0:cNvSpPr>
          <ns0:nvPr/>
        </ns0:nvSpPr>
        <ns0:spPr>
          <ns1:xfrm>
            <ns1:off x="4514850" y="4895850"/>
            <ns1:ext cx="2762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125" b="0">
                <ns1:solidFill>
                  <ns1:srgbClr val="C7D1E1"/>
                </ns1:solidFill>
              </ns1:defRPr>
            </ns1:defPPr>
            <ns1:lvl1pPr algn="l">
              <ns1:defRPr sz="1125" b="0">
                <ns1:solidFill>
                  <ns1:srgbClr val="C7D1E1"/>
                </ns1:solidFill>
              </ns1:defRPr>
            </ns1:lvl1pPr>
            <ns1:lvl2pPr algn="l">
              <ns1:defRPr sz="1125" b="0">
                <ns1:solidFill>
                  <ns1:srgbClr val="C7D1E1"/>
                </ns1:solidFill>
              </ns1:defRPr>
            </ns1:lvl2pPr>
            <ns1:lvl3pPr algn="l">
              <ns1:defRPr sz="1125" b="0">
                <ns1:solidFill>
                  <ns1:srgbClr val="C7D1E1"/>
                </ns1:solidFill>
              </ns1:defRPr>
            </ns1:lvl3pPr>
            <ns1:lvl4pPr algn="l">
              <ns1:defRPr sz="1125" b="0">
                <ns1:solidFill>
                  <ns1:srgbClr val="C7D1E1"/>
                </ns1:solidFill>
              </ns1:defRPr>
            </ns1:lvl4pPr>
            <ns1:lvl5pPr algn="l">
              <ns1:defRPr sz="1125" b="0">
                <ns1:solidFill>
                  <ns1:srgbClr val="C7D1E1"/>
                </ns1:solidFill>
              </ns1:defRPr>
            </ns1:lvl5pPr>
            <ns1:lvl6pPr algn="l">
              <ns1:defRPr sz="1125" b="0">
                <ns1:solidFill>
                  <ns1:srgbClr val="C7D1E1"/>
                </ns1:solidFill>
              </ns1:defRPr>
            </ns1:lvl6pPr>
            <ns1:lvl7pPr algn="l">
              <ns1:defRPr sz="1125" b="0">
                <ns1:solidFill>
                  <ns1:srgbClr val="C7D1E1"/>
                </ns1:solidFill>
              </ns1:defRPr>
            </ns1:lvl7pPr>
            <ns1:lvl8pPr algn="l">
              <ns1:defRPr sz="1125" b="0">
                <ns1:solidFill>
                  <ns1:srgbClr val="C7D1E1"/>
                </ns1:solidFill>
              </ns1:defRPr>
            </ns1:lvl8pPr>
            <ns1:lvl9pPr algn="l">
              <ns1:defRPr sz="1125" b="0">
                <ns1:solidFill>
                  <ns1:srgbClr val="C7D1E1"/>
                </ns1:solidFill>
              </ns1:defRPr>
            </ns1:lvl9pPr>
          </ns1:lstStyle>
          <ns1:p>
            <ns1:pPr algn="l">
              <ns1:defRPr sz="1125" b="0">
                <ns1:solidFill>
                  <ns1:srgbClr val="C7D1E1"/>
                </ns1:solidFill>
              </ns1:defRPr>
            </ns1:pPr>
            <ns1:r>
              <ns1:rPr sz="1125" b="0" lang="ru-RU">
                <ns1:solidFill>
                  <ns1:srgbClr val="C7D1E1"/>
                </ns1:solidFill>
              </ns1:rPr>
              <ns1:t>Интерактивные механики и UI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BE5C5CB4-CA83-4E88-9727-146D25D9F720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47625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825" b="1">
                <ns1:solidFill>
                  <ns1:srgbClr val="657187"/>
                </ns1:solidFill>
              </ns1:defRPr>
            </ns1:defPPr>
            <ns1:lvl1pPr algn="l">
              <ns1:defRPr sz="825" b="1">
                <ns1:solidFill>
                  <ns1:srgbClr val="657187"/>
                </ns1:solidFill>
              </ns1:defRPr>
            </ns1:lvl1pPr>
            <ns1:lvl2pPr algn="l">
              <ns1:defRPr sz="825" b="1">
                <ns1:solidFill>
                  <ns1:srgbClr val="657187"/>
                </ns1:solidFill>
              </ns1:defRPr>
            </ns1:lvl2pPr>
            <ns1:lvl3pPr algn="l">
              <ns1:defRPr sz="825" b="1">
                <ns1:solidFill>
                  <ns1:srgbClr val="657187"/>
                </ns1:solidFill>
              </ns1:defRPr>
            </ns1:lvl3pPr>
            <ns1:lvl4pPr algn="l">
              <ns1:defRPr sz="825" b="1">
                <ns1:solidFill>
                  <ns1:srgbClr val="657187"/>
                </ns1:solidFill>
              </ns1:defRPr>
            </ns1:lvl4pPr>
            <ns1:lvl5pPr algn="l">
              <ns1:defRPr sz="825" b="1">
                <ns1:solidFill>
                  <ns1:srgbClr val="657187"/>
                </ns1:solidFill>
              </ns1:defRPr>
            </ns1:lvl5pPr>
            <ns1:lvl6pPr algn="l">
              <ns1:defRPr sz="825" b="1">
                <ns1:solidFill>
                  <ns1:srgbClr val="657187"/>
                </ns1:solidFill>
              </ns1:defRPr>
            </ns1:lvl6pPr>
            <ns1:lvl7pPr algn="l">
              <ns1:defRPr sz="825" b="1">
                <ns1:solidFill>
                  <ns1:srgbClr val="657187"/>
                </ns1:solidFill>
              </ns1:defRPr>
            </ns1:lvl7pPr>
            <ns1:lvl8pPr algn="l">
              <ns1:defRPr sz="825" b="1">
                <ns1:solidFill>
                  <ns1:srgbClr val="657187"/>
                </ns1:solidFill>
              </ns1:defRPr>
            </ns1:lvl8pPr>
            <ns1:lvl9pPr algn="l">
              <ns1:defRPr sz="825" b="1">
                <ns1:solidFill>
                  <ns1:srgbClr val="657187"/>
                </ns1:solidFill>
              </ns1:defRPr>
            </ns1:lvl9pPr>
          </ns1:lstStyle>
          <ns1:p>
            <ns1:pPr algn="l">
              <ns1:defRPr sz="825" b="1">
                <ns1:solidFill>
                  <ns1:srgbClr val="657187"/>
                </ns1:solidFill>
              </ns1:defRPr>
            </ns1:pPr>
            <ns1:r>
              <ns1:rPr sz="825" b="1" lang="ru-RU">
                <ns1:solidFill>
                  <ns1:srgbClr val="657187"/>
                </ns1:solidFill>
              </ns1:rPr>
              <ns1:t>KOPYTOV DIGITAL  /  О КОМПАНИИ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B63BCFC5-C27A-411E-9C98-13719A6A289F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6438900"/>
            <ns1:ext cx="666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657187"/>
                </ns1:solidFill>
              </ns1:defRPr>
            </ns1:defPPr>
            <ns1:lvl1pPr algn="r">
              <ns1:defRPr sz="900" b="1">
                <ns1:solidFill>
                  <ns1:srgbClr val="657187"/>
                </ns1:solidFill>
              </ns1:defRPr>
            </ns1:lvl1pPr>
            <ns1:lvl2pPr algn="r">
              <ns1:defRPr sz="900" b="1">
                <ns1:solidFill>
                  <ns1:srgbClr val="657187"/>
                </ns1:solidFill>
              </ns1:defRPr>
            </ns1:lvl2pPr>
            <ns1:lvl3pPr algn="r">
              <ns1:defRPr sz="900" b="1">
                <ns1:solidFill>
                  <ns1:srgbClr val="657187"/>
                </ns1:solidFill>
              </ns1:defRPr>
            </ns1:lvl3pPr>
            <ns1:lvl4pPr algn="r">
              <ns1:defRPr sz="900" b="1">
                <ns1:solidFill>
                  <ns1:srgbClr val="657187"/>
                </ns1:solidFill>
              </ns1:defRPr>
            </ns1:lvl4pPr>
            <ns1:lvl5pPr algn="r">
              <ns1:defRPr sz="900" b="1">
                <ns1:solidFill>
                  <ns1:srgbClr val="657187"/>
                </ns1:solidFill>
              </ns1:defRPr>
            </ns1:lvl5pPr>
            <ns1:lvl6pPr algn="r">
              <ns1:defRPr sz="900" b="1">
                <ns1:solidFill>
                  <ns1:srgbClr val="657187"/>
                </ns1:solidFill>
              </ns1:defRPr>
            </ns1:lvl6pPr>
            <ns1:lvl7pPr algn="r">
              <ns1:defRPr sz="900" b="1">
                <ns1:solidFill>
                  <ns1:srgbClr val="657187"/>
                </ns1:solidFill>
              </ns1:defRPr>
            </ns1:lvl7pPr>
            <ns1:lvl8pPr algn="r">
              <ns1:defRPr sz="900" b="1">
                <ns1:solidFill>
                  <ns1:srgbClr val="657187"/>
                </ns1:solidFill>
              </ns1:defRPr>
            </ns1:lvl8pPr>
            <ns1:lvl9pPr algn="r">
              <ns1:defRPr sz="900" b="1">
                <ns1:solidFill>
                  <ns1:srgbClr val="657187"/>
                </ns1:solidFill>
              </ns1:defRPr>
            </ns1:lvl9pPr>
          </ns1:lstStyle>
          <ns1:p>
            <ns1:pPr algn="r">
              <ns1:defRPr sz="900" b="1">
                <ns1:solidFill>
                  <ns1:srgbClr val="657187"/>
                </ns1:solidFill>
              </ns1:defRPr>
            </ns1:pPr>
            <ns1:r>
              <ns1:rPr sz="900" b="1" lang="ru-RU">
                <ns1:solidFill>
                  <ns1:srgbClr val="657187"/>
                </ns1:solidFill>
              </ns1:rPr>
              <ns1:t>03</ns1:t>
            </ns1:r>
          </ns1:p>
        </ns0:txBody>
      </ns0:sp>
    </ns0:spTree>
    <ns0:extLst>
      <ns0:ext uri="{BB962C8B-B14F-4D97-AF65-F5344CB8AC3E}">
        <ns3:creationId val="1991800880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D1728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1" name="">
            <ns1:extLst>
              <ns1:ext uri="{FF2B5EF4-FFF2-40B4-BE49-F238E27FC236}">
                <ns2:creationId id="{A9E99C46-BEAA-474F-83DB-B4C25E3BE4D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28625"/>
            <ns1:ext cx="36195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75" b="1">
                <ns1:solidFill>
                  <ns1:srgbClr val="F47B61"/>
                </ns1:solidFill>
              </ns1:defRPr>
            </ns1:defPPr>
            <ns1:lvl1pPr algn="l">
              <ns1:defRPr sz="975" b="1">
                <ns1:solidFill>
                  <ns1:srgbClr val="F47B61"/>
                </ns1:solidFill>
              </ns1:defRPr>
            </ns1:lvl1pPr>
            <ns1:lvl2pPr algn="l">
              <ns1:defRPr sz="975" b="1">
                <ns1:solidFill>
                  <ns1:srgbClr val="F47B61"/>
                </ns1:solidFill>
              </ns1:defRPr>
            </ns1:lvl2pPr>
            <ns1:lvl3pPr algn="l">
              <ns1:defRPr sz="975" b="1">
                <ns1:solidFill>
                  <ns1:srgbClr val="F47B61"/>
                </ns1:solidFill>
              </ns1:defRPr>
            </ns1:lvl3pPr>
            <ns1:lvl4pPr algn="l">
              <ns1:defRPr sz="975" b="1">
                <ns1:solidFill>
                  <ns1:srgbClr val="F47B61"/>
                </ns1:solidFill>
              </ns1:defRPr>
            </ns1:lvl4pPr>
            <ns1:lvl5pPr algn="l">
              <ns1:defRPr sz="975" b="1">
                <ns1:solidFill>
                  <ns1:srgbClr val="F47B61"/>
                </ns1:solidFill>
              </ns1:defRPr>
            </ns1:lvl5pPr>
            <ns1:lvl6pPr algn="l">
              <ns1:defRPr sz="975" b="1">
                <ns1:solidFill>
                  <ns1:srgbClr val="F47B61"/>
                </ns1:solidFill>
              </ns1:defRPr>
            </ns1:lvl6pPr>
            <ns1:lvl7pPr algn="l">
              <ns1:defRPr sz="975" b="1">
                <ns1:solidFill>
                  <ns1:srgbClr val="F47B61"/>
                </ns1:solidFill>
              </ns1:defRPr>
            </ns1:lvl7pPr>
            <ns1:lvl8pPr algn="l">
              <ns1:defRPr sz="975" b="1">
                <ns1:solidFill>
                  <ns1:srgbClr val="F47B61"/>
                </ns1:solidFill>
              </ns1:defRPr>
            </ns1:lvl8pPr>
            <ns1:lvl9pPr algn="l">
              <ns1:defRPr sz="975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975" b="1">
                <ns1:solidFill>
                  <ns1:srgbClr val="F47B61"/>
                </ns1:solidFill>
              </ns1:defRPr>
            </ns1:pPr>
            <ns1:r>
              <ns1:rPr sz="975" b="1" lang="ru-RU">
                <ns1:solidFill>
                  <ns1:srgbClr val="F47B61"/>
                </ns1:solidFill>
              </ns1:rPr>
              <ns1:t>МЕТОД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D7767494-8ADC-483C-9EB5-503836F800C1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781050"/>
            <ns1:ext cx="10572750" cy="8191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FFFFFF"/>
                </ns1:solidFill>
              </ns1:defRPr>
            </ns1:defPPr>
            <ns1:lvl1pPr algn="l">
              <ns1:defRPr sz="3150" b="1">
                <ns1:solidFill>
                  <ns1:srgbClr val="FFFFFF"/>
                </ns1:solidFill>
              </ns1:defRPr>
            </ns1:lvl1pPr>
            <ns1:lvl2pPr algn="l">
              <ns1:defRPr sz="3150" b="1">
                <ns1:solidFill>
                  <ns1:srgbClr val="FFFFFF"/>
                </ns1:solidFill>
              </ns1:defRPr>
            </ns1:lvl2pPr>
            <ns1:lvl3pPr algn="l">
              <ns1:defRPr sz="3150" b="1">
                <ns1:solidFill>
                  <ns1:srgbClr val="FFFFFF"/>
                </ns1:solidFill>
              </ns1:defRPr>
            </ns1:lvl3pPr>
            <ns1:lvl4pPr algn="l">
              <ns1:defRPr sz="3150" b="1">
                <ns1:solidFill>
                  <ns1:srgbClr val="FFFFFF"/>
                </ns1:solidFill>
              </ns1:defRPr>
            </ns1:lvl4pPr>
            <ns1:lvl5pPr algn="l">
              <ns1:defRPr sz="3150" b="1">
                <ns1:solidFill>
                  <ns1:srgbClr val="FFFFFF"/>
                </ns1:solidFill>
              </ns1:defRPr>
            </ns1:lvl5pPr>
            <ns1:lvl6pPr algn="l">
              <ns1:defRPr sz="3150" b="1">
                <ns1:solidFill>
                  <ns1:srgbClr val="FFFFFF"/>
                </ns1:solidFill>
              </ns1:defRPr>
            </ns1:lvl6pPr>
            <ns1:lvl7pPr algn="l">
              <ns1:defRPr sz="3150" b="1">
                <ns1:solidFill>
                  <ns1:srgbClr val="FFFFFF"/>
                </ns1:solidFill>
              </ns1:defRPr>
            </ns1:lvl7pPr>
            <ns1:lvl8pPr algn="l">
              <ns1:defRPr sz="3150" b="1">
                <ns1:solidFill>
                  <ns1:srgbClr val="FFFFFF"/>
                </ns1:solidFill>
              </ns1:defRPr>
            </ns1:lvl8pPr>
            <ns1:lvl9pPr algn="l">
              <ns1:defRPr sz="31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3150" b="1">
                <ns1:solidFill>
                  <ns1:srgbClr val="FFFFFF"/>
                </ns1:solidFill>
              </ns1:defRPr>
            </ns1:pPr>
            <ns1:r>
              <ns1:rPr sz="3150" b="1" lang="ru-RU">
                <ns1:solidFill>
                  <ns1:srgbClr val="FFFFFF"/>
                </ns1:solidFill>
              </ns1:rPr>
              <ns1:t>Наш подход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299552F1-7CBB-4BEA-9E56-E23C26D759D0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638300"/>
            <ns1:ext cx="100965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425" b="0">
                <ns1:solidFill>
                  <ns1:srgbClr val="C7D1E1"/>
                </ns1:solidFill>
              </ns1:defRPr>
            </ns1:defPPr>
            <ns1:lvl1pPr algn="l">
              <ns1:defRPr sz="1425" b="0">
                <ns1:solidFill>
                  <ns1:srgbClr val="C7D1E1"/>
                </ns1:solidFill>
              </ns1:defRPr>
            </ns1:lvl1pPr>
            <ns1:lvl2pPr algn="l">
              <ns1:defRPr sz="1425" b="0">
                <ns1:solidFill>
                  <ns1:srgbClr val="C7D1E1"/>
                </ns1:solidFill>
              </ns1:defRPr>
            </ns1:lvl2pPr>
            <ns1:lvl3pPr algn="l">
              <ns1:defRPr sz="1425" b="0">
                <ns1:solidFill>
                  <ns1:srgbClr val="C7D1E1"/>
                </ns1:solidFill>
              </ns1:defRPr>
            </ns1:lvl3pPr>
            <ns1:lvl4pPr algn="l">
              <ns1:defRPr sz="1425" b="0">
                <ns1:solidFill>
                  <ns1:srgbClr val="C7D1E1"/>
                </ns1:solidFill>
              </ns1:defRPr>
            </ns1:lvl4pPr>
            <ns1:lvl5pPr algn="l">
              <ns1:defRPr sz="1425" b="0">
                <ns1:solidFill>
                  <ns1:srgbClr val="C7D1E1"/>
                </ns1:solidFill>
              </ns1:defRPr>
            </ns1:lvl5pPr>
            <ns1:lvl6pPr algn="l">
              <ns1:defRPr sz="1425" b="0">
                <ns1:solidFill>
                  <ns1:srgbClr val="C7D1E1"/>
                </ns1:solidFill>
              </ns1:defRPr>
            </ns1:lvl6pPr>
            <ns1:lvl7pPr algn="l">
              <ns1:defRPr sz="1425" b="0">
                <ns1:solidFill>
                  <ns1:srgbClr val="C7D1E1"/>
                </ns1:solidFill>
              </ns1:defRPr>
            </ns1:lvl7pPr>
            <ns1:lvl8pPr algn="l">
              <ns1:defRPr sz="1425" b="0">
                <ns1:solidFill>
                  <ns1:srgbClr val="C7D1E1"/>
                </ns1:solidFill>
              </ns1:defRPr>
            </ns1:lvl8pPr>
            <ns1:lvl9pPr algn="l">
              <ns1:defRPr sz="1425" b="0">
                <ns1:solidFill>
                  <ns1:srgbClr val="C7D1E1"/>
                </ns1:solidFill>
              </ns1:defRPr>
            </ns1:lvl9pPr>
          </ns1:lstStyle>
          <ns1:p>
            <ns1:pPr algn="l">
              <ns1:defRPr sz="1425" b="0">
                <ns1:solidFill>
                  <ns1:srgbClr val="C7D1E1"/>
                </ns1:solidFill>
              </ns1:defRPr>
            </ns1:pPr>
            <ns1:r>
              <ns1:rPr sz="1425" b="0" lang="ru-RU">
                <ns1:solidFill>
                  <ns1:srgbClr val="C7D1E1"/>
                </ns1:solidFill>
              </ns1:rPr>
              <ns1:t>От задачи к работающему решению без лишних этапов.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555E75F9-1389-4E72-BD66-8C5CA5816171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714625"/>
            <ns1:ext cx="3333750" cy="2190750"/>
          </ns1:xfrm>
          <ns1:prstGeom prst="roundRect">
            <ns1:avLst>
              <ns1:gd name="adj" fmla="val 5217"/>
            </ns1:avLst>
          </ns1:prstGeom>
          <ns1:solidFill>
            <ns1:srgbClr val="18253A"/>
          </ns1:solidFill>
          <ns1:ln w="9525">
            <ns1:solidFill>
              <ns1:srgbClr val="31425C"/>
            </ns1:solidFill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8A060623-2279-40B4-AA32-765A6D8462BD}"/>
              </ns1:ext>
            </ns1:extLst>
          </ns0:cNvPr>
          <ns0:cNvSpPr>
            <ns1:spLocks noGrp="1"/>
          </ns0:cNvSpPr>
          <ns0:nvPr/>
        </ns0:nvSpPr>
        <ns0:spPr>
          <ns1:xfrm>
            <ns1:off x="933450" y="2971800"/>
            <ns1:ext cx="619125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1">
                <ns1:solidFill>
                  <ns1:srgbClr val="F47B61"/>
                </ns1:solidFill>
              </ns1:defRPr>
            </ns1:defPPr>
            <ns1:lvl1pPr algn="l">
              <ns1:defRPr sz="1350" b="1">
                <ns1:solidFill>
                  <ns1:srgbClr val="F47B61"/>
                </ns1:solidFill>
              </ns1:defRPr>
            </ns1:lvl1pPr>
            <ns1:lvl2pPr algn="l">
              <ns1:defRPr sz="1350" b="1">
                <ns1:solidFill>
                  <ns1:srgbClr val="F47B61"/>
                </ns1:solidFill>
              </ns1:defRPr>
            </ns1:lvl2pPr>
            <ns1:lvl3pPr algn="l">
              <ns1:defRPr sz="1350" b="1">
                <ns1:solidFill>
                  <ns1:srgbClr val="F47B61"/>
                </ns1:solidFill>
              </ns1:defRPr>
            </ns1:lvl3pPr>
            <ns1:lvl4pPr algn="l">
              <ns1:defRPr sz="1350" b="1">
                <ns1:solidFill>
                  <ns1:srgbClr val="F47B61"/>
                </ns1:solidFill>
              </ns1:defRPr>
            </ns1:lvl4pPr>
            <ns1:lvl5pPr algn="l">
              <ns1:defRPr sz="1350" b="1">
                <ns1:solidFill>
                  <ns1:srgbClr val="F47B61"/>
                </ns1:solidFill>
              </ns1:defRPr>
            </ns1:lvl5pPr>
            <ns1:lvl6pPr algn="l">
              <ns1:defRPr sz="1350" b="1">
                <ns1:solidFill>
                  <ns1:srgbClr val="F47B61"/>
                </ns1:solidFill>
              </ns1:defRPr>
            </ns1:lvl6pPr>
            <ns1:lvl7pPr algn="l">
              <ns1:defRPr sz="1350" b="1">
                <ns1:solidFill>
                  <ns1:srgbClr val="F47B61"/>
                </ns1:solidFill>
              </ns1:defRPr>
            </ns1:lvl7pPr>
            <ns1:lvl8pPr algn="l">
              <ns1:defRPr sz="1350" b="1">
                <ns1:solidFill>
                  <ns1:srgbClr val="F47B61"/>
                </ns1:solidFill>
              </ns1:defRPr>
            </ns1:lvl8pPr>
            <ns1:lvl9pPr algn="l">
              <ns1:defRPr sz="135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350" b="1">
                <ns1:solidFill>
                  <ns1:srgbClr val="F47B61"/>
                </ns1:solidFill>
              </ns1:defRPr>
            </ns1:pPr>
            <ns1:r>
              <ns1:rPr sz="1350" b="1" lang="ru-RU">
                <ns1:solidFill>
                  <ns1:srgbClr val="F47B61"/>
                </ns1:solidFill>
              </ns1:rPr>
              <ns1:t>01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E28239B7-858B-46BA-8278-CFE50169E1B9}"/>
              </ns1:ext>
            </ns1:extLst>
          </ns0:cNvPr>
          <ns0:cNvSpPr>
            <ns1:spLocks noGrp="1"/>
          </ns0:cNvSpPr>
          <ns0:nvPr/>
        </ns0:nvSpPr>
        <ns0:spPr>
          <ns1:xfrm>
            <ns1:off x="933450" y="3448050"/>
            <ns1:ext cx="2714625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FFFFFF"/>
                </ns1:solidFill>
              </ns1:defRPr>
            </ns1:defPPr>
            <ns1:lvl1pPr algn="l">
              <ns1:defRPr sz="2025" b="1">
                <ns1:solidFill>
                  <ns1:srgbClr val="FFFFFF"/>
                </ns1:solidFill>
              </ns1:defRPr>
            </ns1:lvl1pPr>
            <ns1:lvl2pPr algn="l">
              <ns1:defRPr sz="2025" b="1">
                <ns1:solidFill>
                  <ns1:srgbClr val="FFFFFF"/>
                </ns1:solidFill>
              </ns1:defRPr>
            </ns1:lvl2pPr>
            <ns1:lvl3pPr algn="l">
              <ns1:defRPr sz="2025" b="1">
                <ns1:solidFill>
                  <ns1:srgbClr val="FFFFFF"/>
                </ns1:solidFill>
              </ns1:defRPr>
            </ns1:lvl3pPr>
            <ns1:lvl4pPr algn="l">
              <ns1:defRPr sz="2025" b="1">
                <ns1:solidFill>
                  <ns1:srgbClr val="FFFFFF"/>
                </ns1:solidFill>
              </ns1:defRPr>
            </ns1:lvl4pPr>
            <ns1:lvl5pPr algn="l">
              <ns1:defRPr sz="2025" b="1">
                <ns1:solidFill>
                  <ns1:srgbClr val="FFFFFF"/>
                </ns1:solidFill>
              </ns1:defRPr>
            </ns1:lvl5pPr>
            <ns1:lvl6pPr algn="l">
              <ns1:defRPr sz="2025" b="1">
                <ns1:solidFill>
                  <ns1:srgbClr val="FFFFFF"/>
                </ns1:solidFill>
              </ns1:defRPr>
            </ns1:lvl6pPr>
            <ns1:lvl7pPr algn="l">
              <ns1:defRPr sz="2025" b="1">
                <ns1:solidFill>
                  <ns1:srgbClr val="FFFFFF"/>
                </ns1:solidFill>
              </ns1:defRPr>
            </ns1:lvl7pPr>
            <ns1:lvl8pPr algn="l">
              <ns1:defRPr sz="2025" b="1">
                <ns1:solidFill>
                  <ns1:srgbClr val="FFFFFF"/>
                </ns1:solidFill>
              </ns1:defRPr>
            </ns1:lvl8pPr>
            <ns1:lvl9pPr algn="l">
              <ns1:defRPr sz="2025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2025" b="1">
                <ns1:solidFill>
                  <ns1:srgbClr val="FFFFFF"/>
                </ns1:solidFill>
              </ns1:defRPr>
            </ns1:pPr>
            <ns1:r>
              <ns1:rPr sz="2025" b="1" lang="ru-RU">
                <ns1:solidFill>
                  <ns1:srgbClr val="FFFFFF"/>
                </ns1:solidFill>
              </ns1:rPr>
              <ns1:t>Задача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662127D3-C271-438A-8BAA-7C7BFCF8BDF7}"/>
              </ns1:ext>
            </ns1:extLst>
          </ns0:cNvPr>
          <ns0:cNvSpPr>
            <ns1:spLocks noGrp="1"/>
          </ns0:cNvSpPr>
          <ns0:nvPr/>
        </ns0:nvSpPr>
        <ns0:spPr>
          <ns1:xfrm>
            <ns1:off x="933450" y="3981450"/>
            <ns1:ext cx="27146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0">
                <ns1:solidFill>
                  <ns1:srgbClr val="C7D1E1"/>
                </ns1:solidFill>
              </ns1:defRPr>
            </ns1:defPPr>
            <ns1:lvl1pPr algn="l">
              <ns1:defRPr sz="1275" b="0">
                <ns1:solidFill>
                  <ns1:srgbClr val="C7D1E1"/>
                </ns1:solidFill>
              </ns1:defRPr>
            </ns1:lvl1pPr>
            <ns1:lvl2pPr algn="l">
              <ns1:defRPr sz="1275" b="0">
                <ns1:solidFill>
                  <ns1:srgbClr val="C7D1E1"/>
                </ns1:solidFill>
              </ns1:defRPr>
            </ns1:lvl2pPr>
            <ns1:lvl3pPr algn="l">
              <ns1:defRPr sz="1275" b="0">
                <ns1:solidFill>
                  <ns1:srgbClr val="C7D1E1"/>
                </ns1:solidFill>
              </ns1:defRPr>
            </ns1:lvl3pPr>
            <ns1:lvl4pPr algn="l">
              <ns1:defRPr sz="1275" b="0">
                <ns1:solidFill>
                  <ns1:srgbClr val="C7D1E1"/>
                </ns1:solidFill>
              </ns1:defRPr>
            </ns1:lvl4pPr>
            <ns1:lvl5pPr algn="l">
              <ns1:defRPr sz="1275" b="0">
                <ns1:solidFill>
                  <ns1:srgbClr val="C7D1E1"/>
                </ns1:solidFill>
              </ns1:defRPr>
            </ns1:lvl5pPr>
            <ns1:lvl6pPr algn="l">
              <ns1:defRPr sz="1275" b="0">
                <ns1:solidFill>
                  <ns1:srgbClr val="C7D1E1"/>
                </ns1:solidFill>
              </ns1:defRPr>
            </ns1:lvl6pPr>
            <ns1:lvl7pPr algn="l">
              <ns1:defRPr sz="1275" b="0">
                <ns1:solidFill>
                  <ns1:srgbClr val="C7D1E1"/>
                </ns1:solidFill>
              </ns1:defRPr>
            </ns1:lvl7pPr>
            <ns1:lvl8pPr algn="l">
              <ns1:defRPr sz="1275" b="0">
                <ns1:solidFill>
                  <ns1:srgbClr val="C7D1E1"/>
                </ns1:solidFill>
              </ns1:defRPr>
            </ns1:lvl8pPr>
            <ns1:lvl9pPr algn="l">
              <ns1:defRPr sz="1275" b="0">
                <ns1:solidFill>
                  <ns1:srgbClr val="C7D1E1"/>
                </ns1:solidFill>
              </ns1:defRPr>
            </ns1:lvl9pPr>
          </ns1:lstStyle>
          <ns1:p>
            <ns1:pPr algn="l">
              <ns1:defRPr sz="1275" b="0">
                <ns1:solidFill>
                  <ns1:srgbClr val="C7D1E1"/>
                </ns1:solidFill>
              </ns1:defRPr>
            </ns1:pPr>
            <ns1:r>
              <ns1:rPr sz="1275" b="0" lang="ru-RU">
                <ns1:solidFill>
                  <ns1:srgbClr val="C7D1E1"/>
                </ns1:solidFill>
              </ns1:rPr>
              <ns1:t>Определяем цель и требования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30C112D3-BD38-45AB-AB66-3831B993BA7F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3524250"/>
            <ns1:ext cx="38100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ctr">
              <ns1:defRPr sz="1875" b="1">
                <ns1:solidFill>
                  <ns1:srgbClr val="5BD6E8"/>
                </ns1:solidFill>
              </ns1:defRPr>
            </ns1:defPPr>
            <ns1:lvl1pPr algn="ctr">
              <ns1:defRPr sz="1875" b="1">
                <ns1:solidFill>
                  <ns1:srgbClr val="5BD6E8"/>
                </ns1:solidFill>
              </ns1:defRPr>
            </ns1:lvl1pPr>
            <ns1:lvl2pPr algn="ctr">
              <ns1:defRPr sz="1875" b="1">
                <ns1:solidFill>
                  <ns1:srgbClr val="5BD6E8"/>
                </ns1:solidFill>
              </ns1:defRPr>
            </ns1:lvl2pPr>
            <ns1:lvl3pPr algn="ctr">
              <ns1:defRPr sz="1875" b="1">
                <ns1:solidFill>
                  <ns1:srgbClr val="5BD6E8"/>
                </ns1:solidFill>
              </ns1:defRPr>
            </ns1:lvl3pPr>
            <ns1:lvl4pPr algn="ctr">
              <ns1:defRPr sz="1875" b="1">
                <ns1:solidFill>
                  <ns1:srgbClr val="5BD6E8"/>
                </ns1:solidFill>
              </ns1:defRPr>
            </ns1:lvl4pPr>
            <ns1:lvl5pPr algn="ctr">
              <ns1:defRPr sz="1875" b="1">
                <ns1:solidFill>
                  <ns1:srgbClr val="5BD6E8"/>
                </ns1:solidFill>
              </ns1:defRPr>
            </ns1:lvl5pPr>
            <ns1:lvl6pPr algn="ctr">
              <ns1:defRPr sz="1875" b="1">
                <ns1:solidFill>
                  <ns1:srgbClr val="5BD6E8"/>
                </ns1:solidFill>
              </ns1:defRPr>
            </ns1:lvl6pPr>
            <ns1:lvl7pPr algn="ctr">
              <ns1:defRPr sz="1875" b="1">
                <ns1:solidFill>
                  <ns1:srgbClr val="5BD6E8"/>
                </ns1:solidFill>
              </ns1:defRPr>
            </ns1:lvl7pPr>
            <ns1:lvl8pPr algn="ctr">
              <ns1:defRPr sz="1875" b="1">
                <ns1:solidFill>
                  <ns1:srgbClr val="5BD6E8"/>
                </ns1:solidFill>
              </ns1:defRPr>
            </ns1:lvl8pPr>
            <ns1:lvl9pPr algn="ctr">
              <ns1:defRPr sz="1875" b="1">
                <ns1:solidFill>
                  <ns1:srgbClr val="5BD6E8"/>
                </ns1:solidFill>
              </ns1:defRPr>
            </ns1:lvl9pPr>
          </ns1:lstStyle>
          <ns1:p>
            <ns1:pPr algn="ctr">
              <ns1:defRPr sz="1875" b="1">
                <ns1:solidFill>
                  <ns1:srgbClr val="5BD6E8"/>
                </ns1:solidFill>
              </ns1:defRPr>
            </ns1:pPr>
            <ns1:r>
              <ns1:rPr sz="1875" b="1" lang="ru-RU">
                <ns1:solidFill>
                  <ns1:srgbClr val="5BD6E8"/>
                </ns1:solidFill>
              </ns1:rPr>
              <ns1:t>→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BF0B696F-CD0E-4273-B3B4-274860035199}"/>
              </ns1:ext>
            </ns1:extLst>
          </ns0:cNvPr>
          <ns0:cNvSpPr>
            <ns1:spLocks noGrp="1"/>
          </ns0:cNvSpPr>
          <ns0:nvPr/>
        </ns0:nvSpPr>
        <ns0:spPr>
          <ns1:xfrm>
            <ns1:off x="4381500" y="2714625"/>
            <ns1:ext cx="3333750" cy="2190750"/>
          </ns1:xfrm>
          <ns1:prstGeom prst="roundRect">
            <ns1:avLst>
              <ns1:gd name="adj" fmla="val 5217"/>
            </ns1:avLst>
          </ns1:prstGeom>
          <ns1:solidFill>
            <ns1:srgbClr val="18253A"/>
          </ns1:solidFill>
          <ns1:ln w="9525">
            <ns1:solidFill>
              <ns1:srgbClr val="31425C"/>
            </ns1:solidFill>
            <ns1:prstDash val="solid"/>
          </ns1:ln>
        </ns0:spPr>
      </ns0:sp>
      <ns0:sp>
        <ns0:nvSpPr>
          <ns0:cNvPr id="10" name="">
            <ns1:extLst>
              <ns1:ext uri="{FF2B5EF4-FFF2-40B4-BE49-F238E27FC236}">
                <ns2:creationId id="{292C3491-8AD4-4A9E-A550-CE44088FF9D4}"/>
              </ns1:ext>
            </ns1:extLst>
          </ns0:cNvPr>
          <ns0:cNvSpPr>
            <ns1:spLocks noGrp="1"/>
          </ns0:cNvSpPr>
          <ns0:nvPr/>
        </ns0:nvSpPr>
        <ns0:spPr>
          <ns1:xfrm>
            <ns1:off x="4648200" y="2971800"/>
            <ns1:ext cx="619125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1">
                <ns1:solidFill>
                  <ns1:srgbClr val="F47B61"/>
                </ns1:solidFill>
              </ns1:defRPr>
            </ns1:defPPr>
            <ns1:lvl1pPr algn="l">
              <ns1:defRPr sz="1350" b="1">
                <ns1:solidFill>
                  <ns1:srgbClr val="F47B61"/>
                </ns1:solidFill>
              </ns1:defRPr>
            </ns1:lvl1pPr>
            <ns1:lvl2pPr algn="l">
              <ns1:defRPr sz="1350" b="1">
                <ns1:solidFill>
                  <ns1:srgbClr val="F47B61"/>
                </ns1:solidFill>
              </ns1:defRPr>
            </ns1:lvl2pPr>
            <ns1:lvl3pPr algn="l">
              <ns1:defRPr sz="1350" b="1">
                <ns1:solidFill>
                  <ns1:srgbClr val="F47B61"/>
                </ns1:solidFill>
              </ns1:defRPr>
            </ns1:lvl3pPr>
            <ns1:lvl4pPr algn="l">
              <ns1:defRPr sz="1350" b="1">
                <ns1:solidFill>
                  <ns1:srgbClr val="F47B61"/>
                </ns1:solidFill>
              </ns1:defRPr>
            </ns1:lvl4pPr>
            <ns1:lvl5pPr algn="l">
              <ns1:defRPr sz="1350" b="1">
                <ns1:solidFill>
                  <ns1:srgbClr val="F47B61"/>
                </ns1:solidFill>
              </ns1:defRPr>
            </ns1:lvl5pPr>
            <ns1:lvl6pPr algn="l">
              <ns1:defRPr sz="1350" b="1">
                <ns1:solidFill>
                  <ns1:srgbClr val="F47B61"/>
                </ns1:solidFill>
              </ns1:defRPr>
            </ns1:lvl6pPr>
            <ns1:lvl7pPr algn="l">
              <ns1:defRPr sz="1350" b="1">
                <ns1:solidFill>
                  <ns1:srgbClr val="F47B61"/>
                </ns1:solidFill>
              </ns1:defRPr>
            </ns1:lvl7pPr>
            <ns1:lvl8pPr algn="l">
              <ns1:defRPr sz="1350" b="1">
                <ns1:solidFill>
                  <ns1:srgbClr val="F47B61"/>
                </ns1:solidFill>
              </ns1:defRPr>
            </ns1:lvl8pPr>
            <ns1:lvl9pPr algn="l">
              <ns1:defRPr sz="135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350" b="1">
                <ns1:solidFill>
                  <ns1:srgbClr val="F47B61"/>
                </ns1:solidFill>
              </ns1:defRPr>
            </ns1:pPr>
            <ns1:r>
              <ns1:rPr sz="1350" b="1" lang="ru-RU">
                <ns1:solidFill>
                  <ns1:srgbClr val="F47B61"/>
                </ns1:solidFill>
              </ns1:rPr>
              <ns1:t>02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54D57346-C68B-40C4-9929-7A0A86230BE9}"/>
              </ns1:ext>
            </ns1:extLst>
          </ns0:cNvPr>
          <ns0:cNvSpPr>
            <ns1:spLocks noGrp="1"/>
          </ns0:cNvSpPr>
          <ns0:nvPr/>
        </ns0:nvSpPr>
        <ns0:spPr>
          <ns1:xfrm>
            <ns1:off x="4648200" y="3448050"/>
            <ns1:ext cx="2714625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FFFFFF"/>
                </ns1:solidFill>
              </ns1:defRPr>
            </ns1:defPPr>
            <ns1:lvl1pPr algn="l">
              <ns1:defRPr sz="2025" b="1">
                <ns1:solidFill>
                  <ns1:srgbClr val="FFFFFF"/>
                </ns1:solidFill>
              </ns1:defRPr>
            </ns1:lvl1pPr>
            <ns1:lvl2pPr algn="l">
              <ns1:defRPr sz="2025" b="1">
                <ns1:solidFill>
                  <ns1:srgbClr val="FFFFFF"/>
                </ns1:solidFill>
              </ns1:defRPr>
            </ns1:lvl2pPr>
            <ns1:lvl3pPr algn="l">
              <ns1:defRPr sz="2025" b="1">
                <ns1:solidFill>
                  <ns1:srgbClr val="FFFFFF"/>
                </ns1:solidFill>
              </ns1:defRPr>
            </ns1:lvl3pPr>
            <ns1:lvl4pPr algn="l">
              <ns1:defRPr sz="2025" b="1">
                <ns1:solidFill>
                  <ns1:srgbClr val="FFFFFF"/>
                </ns1:solidFill>
              </ns1:defRPr>
            </ns1:lvl4pPr>
            <ns1:lvl5pPr algn="l">
              <ns1:defRPr sz="2025" b="1">
                <ns1:solidFill>
                  <ns1:srgbClr val="FFFFFF"/>
                </ns1:solidFill>
              </ns1:defRPr>
            </ns1:lvl5pPr>
            <ns1:lvl6pPr algn="l">
              <ns1:defRPr sz="2025" b="1">
                <ns1:solidFill>
                  <ns1:srgbClr val="FFFFFF"/>
                </ns1:solidFill>
              </ns1:defRPr>
            </ns1:lvl6pPr>
            <ns1:lvl7pPr algn="l">
              <ns1:defRPr sz="2025" b="1">
                <ns1:solidFill>
                  <ns1:srgbClr val="FFFFFF"/>
                </ns1:solidFill>
              </ns1:defRPr>
            </ns1:lvl7pPr>
            <ns1:lvl8pPr algn="l">
              <ns1:defRPr sz="2025" b="1">
                <ns1:solidFill>
                  <ns1:srgbClr val="FFFFFF"/>
                </ns1:solidFill>
              </ns1:defRPr>
            </ns1:lvl8pPr>
            <ns1:lvl9pPr algn="l">
              <ns1:defRPr sz="2025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2025" b="1">
                <ns1:solidFill>
                  <ns1:srgbClr val="FFFFFF"/>
                </ns1:solidFill>
              </ns1:defRPr>
            </ns1:pPr>
            <ns1:r>
              <ns1:rPr sz="2025" b="1" lang="ru-RU">
                <ns1:solidFill>
                  <ns1:srgbClr val="FFFFFF"/>
                </ns1:solidFill>
              </ns1:rPr>
              <ns1:t>Структура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79664F0B-5C60-42B1-8C09-3E9E3520D65C}"/>
              </ns1:ext>
            </ns1:extLst>
          </ns0:cNvPr>
          <ns0:cNvSpPr>
            <ns1:spLocks noGrp="1"/>
          </ns0:cNvSpPr>
          <ns0:nvPr/>
        </ns0:nvSpPr>
        <ns0:spPr>
          <ns1:xfrm>
            <ns1:off x="4648200" y="3981450"/>
            <ns1:ext cx="27146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0">
                <ns1:solidFill>
                  <ns1:srgbClr val="C7D1E1"/>
                </ns1:solidFill>
              </ns1:defRPr>
            </ns1:defPPr>
            <ns1:lvl1pPr algn="l">
              <ns1:defRPr sz="1275" b="0">
                <ns1:solidFill>
                  <ns1:srgbClr val="C7D1E1"/>
                </ns1:solidFill>
              </ns1:defRPr>
            </ns1:lvl1pPr>
            <ns1:lvl2pPr algn="l">
              <ns1:defRPr sz="1275" b="0">
                <ns1:solidFill>
                  <ns1:srgbClr val="C7D1E1"/>
                </ns1:solidFill>
              </ns1:defRPr>
            </ns1:lvl2pPr>
            <ns1:lvl3pPr algn="l">
              <ns1:defRPr sz="1275" b="0">
                <ns1:solidFill>
                  <ns1:srgbClr val="C7D1E1"/>
                </ns1:solidFill>
              </ns1:defRPr>
            </ns1:lvl3pPr>
            <ns1:lvl4pPr algn="l">
              <ns1:defRPr sz="1275" b="0">
                <ns1:solidFill>
                  <ns1:srgbClr val="C7D1E1"/>
                </ns1:solidFill>
              </ns1:defRPr>
            </ns1:lvl4pPr>
            <ns1:lvl5pPr algn="l">
              <ns1:defRPr sz="1275" b="0">
                <ns1:solidFill>
                  <ns1:srgbClr val="C7D1E1"/>
                </ns1:solidFill>
              </ns1:defRPr>
            </ns1:lvl5pPr>
            <ns1:lvl6pPr algn="l">
              <ns1:defRPr sz="1275" b="0">
                <ns1:solidFill>
                  <ns1:srgbClr val="C7D1E1"/>
                </ns1:solidFill>
              </ns1:defRPr>
            </ns1:lvl6pPr>
            <ns1:lvl7pPr algn="l">
              <ns1:defRPr sz="1275" b="0">
                <ns1:solidFill>
                  <ns1:srgbClr val="C7D1E1"/>
                </ns1:solidFill>
              </ns1:defRPr>
            </ns1:lvl7pPr>
            <ns1:lvl8pPr algn="l">
              <ns1:defRPr sz="1275" b="0">
                <ns1:solidFill>
                  <ns1:srgbClr val="C7D1E1"/>
                </ns1:solidFill>
              </ns1:defRPr>
            </ns1:lvl8pPr>
            <ns1:lvl9pPr algn="l">
              <ns1:defRPr sz="1275" b="0">
                <ns1:solidFill>
                  <ns1:srgbClr val="C7D1E1"/>
                </ns1:solidFill>
              </ns1:defRPr>
            </ns1:lvl9pPr>
          </ns1:lstStyle>
          <ns1:p>
            <ns1:pPr algn="l">
              <ns1:defRPr sz="1275" b="0">
                <ns1:solidFill>
                  <ns1:srgbClr val="C7D1E1"/>
                </ns1:solidFill>
              </ns1:defRPr>
            </ns1:pPr>
            <ns1:r>
              <ns1:rPr sz="1275" b="0" lang="ru-RU">
                <ns1:solidFill>
                  <ns1:srgbClr val="C7D1E1"/>
                </ns1:solidFill>
              </ns1:rPr>
              <ns1:t>Продумываем сценарии и логику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08287A4C-2D7A-4B5D-9F8F-BC22B0DAD80B}"/>
              </ns1:ext>
            </ns1:extLst>
          </ns0:cNvPr>
          <ns0:cNvSpPr>
            <ns1:spLocks noGrp="1"/>
          </ns0:cNvSpPr>
          <ns0:nvPr/>
        </ns0:nvSpPr>
        <ns0:spPr>
          <ns1:xfrm>
            <ns1:off x="7715250" y="3524250"/>
            <ns1:ext cx="38100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ctr">
              <ns1:defRPr sz="1875" b="1">
                <ns1:solidFill>
                  <ns1:srgbClr val="5BD6E8"/>
                </ns1:solidFill>
              </ns1:defRPr>
            </ns1:defPPr>
            <ns1:lvl1pPr algn="ctr">
              <ns1:defRPr sz="1875" b="1">
                <ns1:solidFill>
                  <ns1:srgbClr val="5BD6E8"/>
                </ns1:solidFill>
              </ns1:defRPr>
            </ns1:lvl1pPr>
            <ns1:lvl2pPr algn="ctr">
              <ns1:defRPr sz="1875" b="1">
                <ns1:solidFill>
                  <ns1:srgbClr val="5BD6E8"/>
                </ns1:solidFill>
              </ns1:defRPr>
            </ns1:lvl2pPr>
            <ns1:lvl3pPr algn="ctr">
              <ns1:defRPr sz="1875" b="1">
                <ns1:solidFill>
                  <ns1:srgbClr val="5BD6E8"/>
                </ns1:solidFill>
              </ns1:defRPr>
            </ns1:lvl3pPr>
            <ns1:lvl4pPr algn="ctr">
              <ns1:defRPr sz="1875" b="1">
                <ns1:solidFill>
                  <ns1:srgbClr val="5BD6E8"/>
                </ns1:solidFill>
              </ns1:defRPr>
            </ns1:lvl4pPr>
            <ns1:lvl5pPr algn="ctr">
              <ns1:defRPr sz="1875" b="1">
                <ns1:solidFill>
                  <ns1:srgbClr val="5BD6E8"/>
                </ns1:solidFill>
              </ns1:defRPr>
            </ns1:lvl5pPr>
            <ns1:lvl6pPr algn="ctr">
              <ns1:defRPr sz="1875" b="1">
                <ns1:solidFill>
                  <ns1:srgbClr val="5BD6E8"/>
                </ns1:solidFill>
              </ns1:defRPr>
            </ns1:lvl6pPr>
            <ns1:lvl7pPr algn="ctr">
              <ns1:defRPr sz="1875" b="1">
                <ns1:solidFill>
                  <ns1:srgbClr val="5BD6E8"/>
                </ns1:solidFill>
              </ns1:defRPr>
            </ns1:lvl7pPr>
            <ns1:lvl8pPr algn="ctr">
              <ns1:defRPr sz="1875" b="1">
                <ns1:solidFill>
                  <ns1:srgbClr val="5BD6E8"/>
                </ns1:solidFill>
              </ns1:defRPr>
            </ns1:lvl8pPr>
            <ns1:lvl9pPr algn="ctr">
              <ns1:defRPr sz="1875" b="1">
                <ns1:solidFill>
                  <ns1:srgbClr val="5BD6E8"/>
                </ns1:solidFill>
              </ns1:defRPr>
            </ns1:lvl9pPr>
          </ns1:lstStyle>
          <ns1:p>
            <ns1:pPr algn="ctr">
              <ns1:defRPr sz="1875" b="1">
                <ns1:solidFill>
                  <ns1:srgbClr val="5BD6E8"/>
                </ns1:solidFill>
              </ns1:defRPr>
            </ns1:pPr>
            <ns1:r>
              <ns1:rPr sz="1875" b="1" lang="ru-RU">
                <ns1:solidFill>
                  <ns1:srgbClr val="5BD6E8"/>
                </ns1:solidFill>
              </ns1:rPr>
              <ns1:t>→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6E9F3956-1FAD-4316-8322-3F6F99C40E4B}"/>
              </ns1:ext>
            </ns1:extLst>
          </ns0:cNvPr>
          <ns0:cNvSpPr>
            <ns1:spLocks noGrp="1"/>
          </ns0:cNvSpPr>
          <ns0:nvPr/>
        </ns0:nvSpPr>
        <ns0:spPr>
          <ns1:xfrm>
            <ns1:off x="8096250" y="2714625"/>
            <ns1:ext cx="3333750" cy="2190750"/>
          </ns1:xfrm>
          <ns1:prstGeom prst="roundRect">
            <ns1:avLst>
              <ns1:gd name="adj" fmla="val 5217"/>
            </ns1:avLst>
          </ns1:prstGeom>
          <ns1:solidFill>
            <ns1:srgbClr val="18253A"/>
          </ns1:solidFill>
          <ns1:ln w="9525">
            <ns1:solidFill>
              <ns1:srgbClr val="31425C"/>
            </ns1:solidFill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FFED6557-4004-4701-94E1-916CA47F99C3}"/>
              </ns1:ext>
            </ns1:extLst>
          </ns0:cNvPr>
          <ns0:cNvSpPr>
            <ns1:spLocks noGrp="1"/>
          </ns0:cNvSpPr>
          <ns0:nvPr/>
        </ns0:nvSpPr>
        <ns0:spPr>
          <ns1:xfrm>
            <ns1:off x="8362950" y="2971800"/>
            <ns1:ext cx="619125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1">
                <ns1:solidFill>
                  <ns1:srgbClr val="F47B61"/>
                </ns1:solidFill>
              </ns1:defRPr>
            </ns1:defPPr>
            <ns1:lvl1pPr algn="l">
              <ns1:defRPr sz="1350" b="1">
                <ns1:solidFill>
                  <ns1:srgbClr val="F47B61"/>
                </ns1:solidFill>
              </ns1:defRPr>
            </ns1:lvl1pPr>
            <ns1:lvl2pPr algn="l">
              <ns1:defRPr sz="1350" b="1">
                <ns1:solidFill>
                  <ns1:srgbClr val="F47B61"/>
                </ns1:solidFill>
              </ns1:defRPr>
            </ns1:lvl2pPr>
            <ns1:lvl3pPr algn="l">
              <ns1:defRPr sz="1350" b="1">
                <ns1:solidFill>
                  <ns1:srgbClr val="F47B61"/>
                </ns1:solidFill>
              </ns1:defRPr>
            </ns1:lvl3pPr>
            <ns1:lvl4pPr algn="l">
              <ns1:defRPr sz="1350" b="1">
                <ns1:solidFill>
                  <ns1:srgbClr val="F47B61"/>
                </ns1:solidFill>
              </ns1:defRPr>
            </ns1:lvl4pPr>
            <ns1:lvl5pPr algn="l">
              <ns1:defRPr sz="1350" b="1">
                <ns1:solidFill>
                  <ns1:srgbClr val="F47B61"/>
                </ns1:solidFill>
              </ns1:defRPr>
            </ns1:lvl5pPr>
            <ns1:lvl6pPr algn="l">
              <ns1:defRPr sz="1350" b="1">
                <ns1:solidFill>
                  <ns1:srgbClr val="F47B61"/>
                </ns1:solidFill>
              </ns1:defRPr>
            </ns1:lvl6pPr>
            <ns1:lvl7pPr algn="l">
              <ns1:defRPr sz="1350" b="1">
                <ns1:solidFill>
                  <ns1:srgbClr val="F47B61"/>
                </ns1:solidFill>
              </ns1:defRPr>
            </ns1:lvl7pPr>
            <ns1:lvl8pPr algn="l">
              <ns1:defRPr sz="1350" b="1">
                <ns1:solidFill>
                  <ns1:srgbClr val="F47B61"/>
                </ns1:solidFill>
              </ns1:defRPr>
            </ns1:lvl8pPr>
            <ns1:lvl9pPr algn="l">
              <ns1:defRPr sz="135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350" b="1">
                <ns1:solidFill>
                  <ns1:srgbClr val="F47B61"/>
                </ns1:solidFill>
              </ns1:defRPr>
            </ns1:pPr>
            <ns1:r>
              <ns1:rPr sz="1350" b="1" lang="ru-RU">
                <ns1:solidFill>
                  <ns1:srgbClr val="F47B61"/>
                </ns1:solidFill>
              </ns1:rPr>
              <ns1:t>03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9D6F94B3-469B-43D9-8A19-D148ADCF54A6}"/>
              </ns1:ext>
            </ns1:extLst>
          </ns0:cNvPr>
          <ns0:cNvSpPr>
            <ns1:spLocks noGrp="1"/>
          </ns0:cNvSpPr>
          <ns0:nvPr/>
        </ns0:nvSpPr>
        <ns0:spPr>
          <ns1:xfrm>
            <ns1:off x="8362950" y="3448050"/>
            <ns1:ext cx="2714625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FFFFFF"/>
                </ns1:solidFill>
              </ns1:defRPr>
            </ns1:defPPr>
            <ns1:lvl1pPr algn="l">
              <ns1:defRPr sz="2025" b="1">
                <ns1:solidFill>
                  <ns1:srgbClr val="FFFFFF"/>
                </ns1:solidFill>
              </ns1:defRPr>
            </ns1:lvl1pPr>
            <ns1:lvl2pPr algn="l">
              <ns1:defRPr sz="2025" b="1">
                <ns1:solidFill>
                  <ns1:srgbClr val="FFFFFF"/>
                </ns1:solidFill>
              </ns1:defRPr>
            </ns1:lvl2pPr>
            <ns1:lvl3pPr algn="l">
              <ns1:defRPr sz="2025" b="1">
                <ns1:solidFill>
                  <ns1:srgbClr val="FFFFFF"/>
                </ns1:solidFill>
              </ns1:defRPr>
            </ns1:lvl3pPr>
            <ns1:lvl4pPr algn="l">
              <ns1:defRPr sz="2025" b="1">
                <ns1:solidFill>
                  <ns1:srgbClr val="FFFFFF"/>
                </ns1:solidFill>
              </ns1:defRPr>
            </ns1:lvl4pPr>
            <ns1:lvl5pPr algn="l">
              <ns1:defRPr sz="2025" b="1">
                <ns1:solidFill>
                  <ns1:srgbClr val="FFFFFF"/>
                </ns1:solidFill>
              </ns1:defRPr>
            </ns1:lvl5pPr>
            <ns1:lvl6pPr algn="l">
              <ns1:defRPr sz="2025" b="1">
                <ns1:solidFill>
                  <ns1:srgbClr val="FFFFFF"/>
                </ns1:solidFill>
              </ns1:defRPr>
            </ns1:lvl6pPr>
            <ns1:lvl7pPr algn="l">
              <ns1:defRPr sz="2025" b="1">
                <ns1:solidFill>
                  <ns1:srgbClr val="FFFFFF"/>
                </ns1:solidFill>
              </ns1:defRPr>
            </ns1:lvl7pPr>
            <ns1:lvl8pPr algn="l">
              <ns1:defRPr sz="2025" b="1">
                <ns1:solidFill>
                  <ns1:srgbClr val="FFFFFF"/>
                </ns1:solidFill>
              </ns1:defRPr>
            </ns1:lvl8pPr>
            <ns1:lvl9pPr algn="l">
              <ns1:defRPr sz="2025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2025" b="1">
                <ns1:solidFill>
                  <ns1:srgbClr val="FFFFFF"/>
                </ns1:solidFill>
              </ns1:defRPr>
            </ns1:pPr>
            <ns1:r>
              <ns1:rPr sz="2025" b="1" lang="ru-RU">
                <ns1:solidFill>
                  <ns1:srgbClr val="FFFFFF"/>
                </ns1:solidFill>
              </ns1:rPr>
              <ns1:t>Реализация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B895743F-0B0E-4B01-825C-D5DF8A5F3D72}"/>
              </ns1:ext>
            </ns1:extLst>
          </ns0:cNvPr>
          <ns0:cNvSpPr>
            <ns1:spLocks noGrp="1"/>
          </ns0:cNvSpPr>
          <ns0:nvPr/>
        </ns0:nvSpPr>
        <ns0:spPr>
          <ns1:xfrm>
            <ns1:off x="8362950" y="3981450"/>
            <ns1:ext cx="27146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0">
                <ns1:solidFill>
                  <ns1:srgbClr val="C7D1E1"/>
                </ns1:solidFill>
              </ns1:defRPr>
            </ns1:defPPr>
            <ns1:lvl1pPr algn="l">
              <ns1:defRPr sz="1275" b="0">
                <ns1:solidFill>
                  <ns1:srgbClr val="C7D1E1"/>
                </ns1:solidFill>
              </ns1:defRPr>
            </ns1:lvl1pPr>
            <ns1:lvl2pPr algn="l">
              <ns1:defRPr sz="1275" b="0">
                <ns1:solidFill>
                  <ns1:srgbClr val="C7D1E1"/>
                </ns1:solidFill>
              </ns1:defRPr>
            </ns1:lvl2pPr>
            <ns1:lvl3pPr algn="l">
              <ns1:defRPr sz="1275" b="0">
                <ns1:solidFill>
                  <ns1:srgbClr val="C7D1E1"/>
                </ns1:solidFill>
              </ns1:defRPr>
            </ns1:lvl3pPr>
            <ns1:lvl4pPr algn="l">
              <ns1:defRPr sz="1275" b="0">
                <ns1:solidFill>
                  <ns1:srgbClr val="C7D1E1"/>
                </ns1:solidFill>
              </ns1:defRPr>
            </ns1:lvl4pPr>
            <ns1:lvl5pPr algn="l">
              <ns1:defRPr sz="1275" b="0">
                <ns1:solidFill>
                  <ns1:srgbClr val="C7D1E1"/>
                </ns1:solidFill>
              </ns1:defRPr>
            </ns1:lvl5pPr>
            <ns1:lvl6pPr algn="l">
              <ns1:defRPr sz="1275" b="0">
                <ns1:solidFill>
                  <ns1:srgbClr val="C7D1E1"/>
                </ns1:solidFill>
              </ns1:defRPr>
            </ns1:lvl6pPr>
            <ns1:lvl7pPr algn="l">
              <ns1:defRPr sz="1275" b="0">
                <ns1:solidFill>
                  <ns1:srgbClr val="C7D1E1"/>
                </ns1:solidFill>
              </ns1:defRPr>
            </ns1:lvl7pPr>
            <ns1:lvl8pPr algn="l">
              <ns1:defRPr sz="1275" b="0">
                <ns1:solidFill>
                  <ns1:srgbClr val="C7D1E1"/>
                </ns1:solidFill>
              </ns1:defRPr>
            </ns1:lvl8pPr>
            <ns1:lvl9pPr algn="l">
              <ns1:defRPr sz="1275" b="0">
                <ns1:solidFill>
                  <ns1:srgbClr val="C7D1E1"/>
                </ns1:solidFill>
              </ns1:defRPr>
            </ns1:lvl9pPr>
          </ns1:lstStyle>
          <ns1:p>
            <ns1:pPr algn="l">
              <ns1:defRPr sz="1275" b="0">
                <ns1:solidFill>
                  <ns1:srgbClr val="C7D1E1"/>
                </ns1:solidFill>
              </ns1:defRPr>
            </ns1:pPr>
            <ns1:r>
              <ns1:rPr sz="1275" b="0" lang="ru-RU">
                <ns1:solidFill>
                  <ns1:srgbClr val="C7D1E1"/>
                </ns1:solidFill>
              </ns1:rPr>
              <ns1:t>Собираем дизайн и функции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87D11CC1-42F5-48E8-AB2D-9021749E68E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286375"/>
            <ns1:ext cx="981075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0">
                <ns1:solidFill>
                  <ns1:srgbClr val="C7D1E1"/>
                </ns1:solidFill>
              </ns1:defRPr>
            </ns1:defPPr>
            <ns1:lvl1pPr algn="l">
              <ns1:defRPr sz="1500" b="0">
                <ns1:solidFill>
                  <ns1:srgbClr val="C7D1E1"/>
                </ns1:solidFill>
              </ns1:defRPr>
            </ns1:lvl1pPr>
            <ns1:lvl2pPr algn="l">
              <ns1:defRPr sz="1500" b="0">
                <ns1:solidFill>
                  <ns1:srgbClr val="C7D1E1"/>
                </ns1:solidFill>
              </ns1:defRPr>
            </ns1:lvl2pPr>
            <ns1:lvl3pPr algn="l">
              <ns1:defRPr sz="1500" b="0">
                <ns1:solidFill>
                  <ns1:srgbClr val="C7D1E1"/>
                </ns1:solidFill>
              </ns1:defRPr>
            </ns1:lvl3pPr>
            <ns1:lvl4pPr algn="l">
              <ns1:defRPr sz="1500" b="0">
                <ns1:solidFill>
                  <ns1:srgbClr val="C7D1E1"/>
                </ns1:solidFill>
              </ns1:defRPr>
            </ns1:lvl4pPr>
            <ns1:lvl5pPr algn="l">
              <ns1:defRPr sz="1500" b="0">
                <ns1:solidFill>
                  <ns1:srgbClr val="C7D1E1"/>
                </ns1:solidFill>
              </ns1:defRPr>
            </ns1:lvl5pPr>
            <ns1:lvl6pPr algn="l">
              <ns1:defRPr sz="1500" b="0">
                <ns1:solidFill>
                  <ns1:srgbClr val="C7D1E1"/>
                </ns1:solidFill>
              </ns1:defRPr>
            </ns1:lvl6pPr>
            <ns1:lvl7pPr algn="l">
              <ns1:defRPr sz="1500" b="0">
                <ns1:solidFill>
                  <ns1:srgbClr val="C7D1E1"/>
                </ns1:solidFill>
              </ns1:defRPr>
            </ns1:lvl7pPr>
            <ns1:lvl8pPr algn="l">
              <ns1:defRPr sz="1500" b="0">
                <ns1:solidFill>
                  <ns1:srgbClr val="C7D1E1"/>
                </ns1:solidFill>
              </ns1:defRPr>
            </ns1:lvl8pPr>
            <ns1:lvl9pPr algn="l">
              <ns1:defRPr sz="1500" b="0">
                <ns1:solidFill>
                  <ns1:srgbClr val="C7D1E1"/>
                </ns1:solidFill>
              </ns1:defRPr>
            </ns1:lvl9pPr>
          </ns1:lstStyle>
          <ns1:p>
            <ns1:pPr algn="l">
              <ns1:defRPr sz="1500" b="0">
                <ns1:solidFill>
                  <ns1:srgbClr val="C7D1E1"/>
                </ns1:solidFill>
              </ns1:defRPr>
            </ns1:pPr>
            <ns1:r>
              <ns1:rPr sz="1500" b="0" lang="ru-RU">
                <ns1:solidFill>
                  <ns1:srgbClr val="C7D1E1"/>
                </ns1:solidFill>
              </ns1:rPr>
              <ns1:t>Каждый этап соотносится с общей целью проекта и пользовательским сценарием.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D9E7D8EF-6165-4F31-A3E6-B16FFBEFEBA9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47625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825" b="1">
                <ns1:solidFill>
                  <ns1:srgbClr val="A9B5C8"/>
                </ns1:solidFill>
              </ns1:defRPr>
            </ns1:defPPr>
            <ns1:lvl1pPr algn="l">
              <ns1:defRPr sz="825" b="1">
                <ns1:solidFill>
                  <ns1:srgbClr val="A9B5C8"/>
                </ns1:solidFill>
              </ns1:defRPr>
            </ns1:lvl1pPr>
            <ns1:lvl2pPr algn="l">
              <ns1:defRPr sz="825" b="1">
                <ns1:solidFill>
                  <ns1:srgbClr val="A9B5C8"/>
                </ns1:solidFill>
              </ns1:defRPr>
            </ns1:lvl2pPr>
            <ns1:lvl3pPr algn="l">
              <ns1:defRPr sz="825" b="1">
                <ns1:solidFill>
                  <ns1:srgbClr val="A9B5C8"/>
                </ns1:solidFill>
              </ns1:defRPr>
            </ns1:lvl3pPr>
            <ns1:lvl4pPr algn="l">
              <ns1:defRPr sz="825" b="1">
                <ns1:solidFill>
                  <ns1:srgbClr val="A9B5C8"/>
                </ns1:solidFill>
              </ns1:defRPr>
            </ns1:lvl4pPr>
            <ns1:lvl5pPr algn="l">
              <ns1:defRPr sz="825" b="1">
                <ns1:solidFill>
                  <ns1:srgbClr val="A9B5C8"/>
                </ns1:solidFill>
              </ns1:defRPr>
            </ns1:lvl5pPr>
            <ns1:lvl6pPr algn="l">
              <ns1:defRPr sz="825" b="1">
                <ns1:solidFill>
                  <ns1:srgbClr val="A9B5C8"/>
                </ns1:solidFill>
              </ns1:defRPr>
            </ns1:lvl6pPr>
            <ns1:lvl7pPr algn="l">
              <ns1:defRPr sz="825" b="1">
                <ns1:solidFill>
                  <ns1:srgbClr val="A9B5C8"/>
                </ns1:solidFill>
              </ns1:defRPr>
            </ns1:lvl7pPr>
            <ns1:lvl8pPr algn="l">
              <ns1:defRPr sz="825" b="1">
                <ns1:solidFill>
                  <ns1:srgbClr val="A9B5C8"/>
                </ns1:solidFill>
              </ns1:defRPr>
            </ns1:lvl8pPr>
            <ns1:lvl9pPr algn="l">
              <ns1:defRPr sz="825" b="1">
                <ns1:solidFill>
                  <ns1:srgbClr val="A9B5C8"/>
                </ns1:solidFill>
              </ns1:defRPr>
            </ns1:lvl9pPr>
          </ns1:lstStyle>
          <ns1:p>
            <ns1:pPr algn="l">
              <ns1:defRPr sz="825" b="1">
                <ns1:solidFill>
                  <ns1:srgbClr val="A9B5C8"/>
                </ns1:solidFill>
              </ns1:defRPr>
            </ns1:pPr>
            <ns1:r>
              <ns1:rPr sz="825" b="1" lang="ru-RU">
                <ns1:solidFill>
                  <ns1:srgbClr val="A9B5C8"/>
                </ns1:solidFill>
              </ns1:rPr>
              <ns1:t>KOPYTOV DIGITAL  /  О КОМПАНИИ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82344B19-0863-4538-AB38-6B445B5DA0FF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6438900"/>
            <ns1:ext cx="666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A9B5C8"/>
                </ns1:solidFill>
              </ns1:defRPr>
            </ns1:defPPr>
            <ns1:lvl1pPr algn="r">
              <ns1:defRPr sz="900" b="1">
                <ns1:solidFill>
                  <ns1:srgbClr val="A9B5C8"/>
                </ns1:solidFill>
              </ns1:defRPr>
            </ns1:lvl1pPr>
            <ns1:lvl2pPr algn="r">
              <ns1:defRPr sz="900" b="1">
                <ns1:solidFill>
                  <ns1:srgbClr val="A9B5C8"/>
                </ns1:solidFill>
              </ns1:defRPr>
            </ns1:lvl2pPr>
            <ns1:lvl3pPr algn="r">
              <ns1:defRPr sz="900" b="1">
                <ns1:solidFill>
                  <ns1:srgbClr val="A9B5C8"/>
                </ns1:solidFill>
              </ns1:defRPr>
            </ns1:lvl3pPr>
            <ns1:lvl4pPr algn="r">
              <ns1:defRPr sz="900" b="1">
                <ns1:solidFill>
                  <ns1:srgbClr val="A9B5C8"/>
                </ns1:solidFill>
              </ns1:defRPr>
            </ns1:lvl4pPr>
            <ns1:lvl5pPr algn="r">
              <ns1:defRPr sz="900" b="1">
                <ns1:solidFill>
                  <ns1:srgbClr val="A9B5C8"/>
                </ns1:solidFill>
              </ns1:defRPr>
            </ns1:lvl5pPr>
            <ns1:lvl6pPr algn="r">
              <ns1:defRPr sz="900" b="1">
                <ns1:solidFill>
                  <ns1:srgbClr val="A9B5C8"/>
                </ns1:solidFill>
              </ns1:defRPr>
            </ns1:lvl6pPr>
            <ns1:lvl7pPr algn="r">
              <ns1:defRPr sz="900" b="1">
                <ns1:solidFill>
                  <ns1:srgbClr val="A9B5C8"/>
                </ns1:solidFill>
              </ns1:defRPr>
            </ns1:lvl7pPr>
            <ns1:lvl8pPr algn="r">
              <ns1:defRPr sz="900" b="1">
                <ns1:solidFill>
                  <ns1:srgbClr val="A9B5C8"/>
                </ns1:solidFill>
              </ns1:defRPr>
            </ns1:lvl8pPr>
            <ns1:lvl9pPr algn="r">
              <ns1:defRPr sz="900" b="1">
                <ns1:solidFill>
                  <ns1:srgbClr val="A9B5C8"/>
                </ns1:solidFill>
              </ns1:defRPr>
            </ns1:lvl9pPr>
          </ns1:lstStyle>
          <ns1:p>
            <ns1:pPr algn="r">
              <ns1:defRPr sz="900" b="1">
                <ns1:solidFill>
                  <ns1:srgbClr val="A9B5C8"/>
                </ns1:solidFill>
              </ns1:defRPr>
            </ns1:pPr>
            <ns1:r>
              <ns1:rPr sz="900" b="1" lang="ru-RU">
                <ns1:solidFill>
                  <ns1:srgbClr val="A9B5C8"/>
                </ns1:solidFill>
              </ns1:rPr>
              <ns1:t>04</ns1:t>
            </ns1:r>
          </ns1:p>
        </ns0:txBody>
      </ns0:sp>
    </ns0:spTree>
    <ns0:extLst>
      <ns0:ext uri="{BB962C8B-B14F-4D97-AF65-F5344CB8AC3E}">
        <ns3:creationId val="776772016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4F7FB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1" name="">
            <ns1:extLst>
              <ns1:ext uri="{FF2B5EF4-FFF2-40B4-BE49-F238E27FC236}">
                <ns2:creationId id="{87C0CBB6-E749-4577-B6AF-17050B74A4A8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28625"/>
            <ns1:ext cx="36195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75" b="1">
                <ns1:solidFill>
                  <ns1:srgbClr val="246BFD"/>
                </ns1:solidFill>
              </ns1:defRPr>
            </ns1:defPPr>
            <ns1:lvl1pPr algn="l">
              <ns1:defRPr sz="975" b="1">
                <ns1:solidFill>
                  <ns1:srgbClr val="246BFD"/>
                </ns1:solidFill>
              </ns1:defRPr>
            </ns1:lvl1pPr>
            <ns1:lvl2pPr algn="l">
              <ns1:defRPr sz="975" b="1">
                <ns1:solidFill>
                  <ns1:srgbClr val="246BFD"/>
                </ns1:solidFill>
              </ns1:defRPr>
            </ns1:lvl2pPr>
            <ns1:lvl3pPr algn="l">
              <ns1:defRPr sz="975" b="1">
                <ns1:solidFill>
                  <ns1:srgbClr val="246BFD"/>
                </ns1:solidFill>
              </ns1:defRPr>
            </ns1:lvl3pPr>
            <ns1:lvl4pPr algn="l">
              <ns1:defRPr sz="975" b="1">
                <ns1:solidFill>
                  <ns1:srgbClr val="246BFD"/>
                </ns1:solidFill>
              </ns1:defRPr>
            </ns1:lvl4pPr>
            <ns1:lvl5pPr algn="l">
              <ns1:defRPr sz="975" b="1">
                <ns1:solidFill>
                  <ns1:srgbClr val="246BFD"/>
                </ns1:solidFill>
              </ns1:defRPr>
            </ns1:lvl5pPr>
            <ns1:lvl6pPr algn="l">
              <ns1:defRPr sz="975" b="1">
                <ns1:solidFill>
                  <ns1:srgbClr val="246BFD"/>
                </ns1:solidFill>
              </ns1:defRPr>
            </ns1:lvl6pPr>
            <ns1:lvl7pPr algn="l">
              <ns1:defRPr sz="975" b="1">
                <ns1:solidFill>
                  <ns1:srgbClr val="246BFD"/>
                </ns1:solidFill>
              </ns1:defRPr>
            </ns1:lvl7pPr>
            <ns1:lvl8pPr algn="l">
              <ns1:defRPr sz="975" b="1">
                <ns1:solidFill>
                  <ns1:srgbClr val="246BFD"/>
                </ns1:solidFill>
              </ns1:defRPr>
            </ns1:lvl8pPr>
            <ns1:lvl9pPr algn="l">
              <ns1:defRPr sz="9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975" b="1">
                <ns1:solidFill>
                  <ns1:srgbClr val="246BFD"/>
                </ns1:solidFill>
              </ns1:defRPr>
            </ns1:pPr>
            <ns1:r>
              <ns1:rPr sz="975" b="1" lang="ru-RU">
                <ns1:solidFill>
                  <ns1:srgbClr val="246BFD"/>
                </ns1:solidFill>
              </ns1:rPr>
              <ns1:t>РАБОЧИЙ ПРОЦЕСС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A82DD003-F053-42C9-8FF4-B8204AE19ED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781050"/>
            <ns1:ext cx="10572750" cy="8191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131B2B"/>
                </ns1:solidFill>
              </ns1:defRPr>
            </ns1:defPPr>
            <ns1:lvl1pPr algn="l">
              <ns1:defRPr sz="3150" b="1">
                <ns1:solidFill>
                  <ns1:srgbClr val="131B2B"/>
                </ns1:solidFill>
              </ns1:defRPr>
            </ns1:lvl1pPr>
            <ns1:lvl2pPr algn="l">
              <ns1:defRPr sz="3150" b="1">
                <ns1:solidFill>
                  <ns1:srgbClr val="131B2B"/>
                </ns1:solidFill>
              </ns1:defRPr>
            </ns1:lvl2pPr>
            <ns1:lvl3pPr algn="l">
              <ns1:defRPr sz="3150" b="1">
                <ns1:solidFill>
                  <ns1:srgbClr val="131B2B"/>
                </ns1:solidFill>
              </ns1:defRPr>
            </ns1:lvl3pPr>
            <ns1:lvl4pPr algn="l">
              <ns1:defRPr sz="3150" b="1">
                <ns1:solidFill>
                  <ns1:srgbClr val="131B2B"/>
                </ns1:solidFill>
              </ns1:defRPr>
            </ns1:lvl4pPr>
            <ns1:lvl5pPr algn="l">
              <ns1:defRPr sz="3150" b="1">
                <ns1:solidFill>
                  <ns1:srgbClr val="131B2B"/>
                </ns1:solidFill>
              </ns1:defRPr>
            </ns1:lvl5pPr>
            <ns1:lvl6pPr algn="l">
              <ns1:defRPr sz="3150" b="1">
                <ns1:solidFill>
                  <ns1:srgbClr val="131B2B"/>
                </ns1:solidFill>
              </ns1:defRPr>
            </ns1:lvl6pPr>
            <ns1:lvl7pPr algn="l">
              <ns1:defRPr sz="3150" b="1">
                <ns1:solidFill>
                  <ns1:srgbClr val="131B2B"/>
                </ns1:solidFill>
              </ns1:defRPr>
            </ns1:lvl7pPr>
            <ns1:lvl8pPr algn="l">
              <ns1:defRPr sz="3150" b="1">
                <ns1:solidFill>
                  <ns1:srgbClr val="131B2B"/>
                </ns1:solidFill>
              </ns1:defRPr>
            </ns1:lvl8pPr>
            <ns1:lvl9pPr algn="l">
              <ns1:defRPr sz="31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3150" b="1">
                <ns1:solidFill>
                  <ns1:srgbClr val="131B2B"/>
                </ns1:solidFill>
              </ns1:defRPr>
            </ns1:pPr>
            <ns1:r>
              <ns1:rPr sz="3150" b="1" lang="ru-RU">
                <ns1:solidFill>
                  <ns1:srgbClr val="131B2B"/>
                </ns1:solidFill>
              </ns1:rPr>
              <ns1:t>Пять этапов разработки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F3550BD0-5703-48AC-A0DE-368AE65D33D0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638300"/>
            <ns1:ext cx="100965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425" b="0">
                <ns1:solidFill>
                  <ns1:srgbClr val="657187"/>
                </ns1:solidFill>
              </ns1:defRPr>
            </ns1:defPPr>
            <ns1:lvl1pPr algn="l">
              <ns1:defRPr sz="1425" b="0">
                <ns1:solidFill>
                  <ns1:srgbClr val="657187"/>
                </ns1:solidFill>
              </ns1:defRPr>
            </ns1:lvl1pPr>
            <ns1:lvl2pPr algn="l">
              <ns1:defRPr sz="1425" b="0">
                <ns1:solidFill>
                  <ns1:srgbClr val="657187"/>
                </ns1:solidFill>
              </ns1:defRPr>
            </ns1:lvl2pPr>
            <ns1:lvl3pPr algn="l">
              <ns1:defRPr sz="1425" b="0">
                <ns1:solidFill>
                  <ns1:srgbClr val="657187"/>
                </ns1:solidFill>
              </ns1:defRPr>
            </ns1:lvl3pPr>
            <ns1:lvl4pPr algn="l">
              <ns1:defRPr sz="1425" b="0">
                <ns1:solidFill>
                  <ns1:srgbClr val="657187"/>
                </ns1:solidFill>
              </ns1:defRPr>
            </ns1:lvl4pPr>
            <ns1:lvl5pPr algn="l">
              <ns1:defRPr sz="1425" b="0">
                <ns1:solidFill>
                  <ns1:srgbClr val="657187"/>
                </ns1:solidFill>
              </ns1:defRPr>
            </ns1:lvl5pPr>
            <ns1:lvl6pPr algn="l">
              <ns1:defRPr sz="1425" b="0">
                <ns1:solidFill>
                  <ns1:srgbClr val="657187"/>
                </ns1:solidFill>
              </ns1:defRPr>
            </ns1:lvl6pPr>
            <ns1:lvl7pPr algn="l">
              <ns1:defRPr sz="1425" b="0">
                <ns1:solidFill>
                  <ns1:srgbClr val="657187"/>
                </ns1:solidFill>
              </ns1:defRPr>
            </ns1:lvl7pPr>
            <ns1:lvl8pPr algn="l">
              <ns1:defRPr sz="1425" b="0">
                <ns1:solidFill>
                  <ns1:srgbClr val="657187"/>
                </ns1:solidFill>
              </ns1:defRPr>
            </ns1:lvl8pPr>
            <ns1:lvl9pPr algn="l">
              <ns1:defRPr sz="1425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425" b="0">
                <ns1:solidFill>
                  <ns1:srgbClr val="657187"/>
                </ns1:solidFill>
              </ns1:defRPr>
            </ns1:pPr>
            <ns1:r>
              <ns1:rPr sz="1425" b="0" lang="ru-RU">
                <ns1:solidFill>
                  <ns1:srgbClr val="657187"/>
                </ns1:solidFill>
              </ns1:rPr>
              <ns1:t>Состав результата и точки проверки фиксируются до начала работы.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2718F3E3-0A7A-4BBD-9519-D109B0A1FD4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714625"/>
            <ns1:ext cx="1809750" cy="2476500"/>
          </ns1:xfrm>
          <ns1:prstGeom prst="roundRect">
            <ns1:avLst>
              <ns1:gd name="adj" fmla="val 6316"/>
            </ns1:avLst>
          </ns1:prstGeom>
          <ns1:solidFill>
            <ns1:srgbClr val="FFFFFF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0DEC51D9-04C1-4DD1-81E0-89C59E7C8C5C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2933700"/>
            <ns1:ext cx="476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1">
                <ns1:solidFill>
                  <ns1:srgbClr val="246BFD"/>
                </ns1:solidFill>
              </ns1:defRPr>
            </ns1:defPPr>
            <ns1:lvl1pPr algn="l">
              <ns1:defRPr sz="1275" b="1">
                <ns1:solidFill>
                  <ns1:srgbClr val="246BFD"/>
                </ns1:solidFill>
              </ns1:defRPr>
            </ns1:lvl1pPr>
            <ns1:lvl2pPr algn="l">
              <ns1:defRPr sz="1275" b="1">
                <ns1:solidFill>
                  <ns1:srgbClr val="246BFD"/>
                </ns1:solidFill>
              </ns1:defRPr>
            </ns1:lvl2pPr>
            <ns1:lvl3pPr algn="l">
              <ns1:defRPr sz="1275" b="1">
                <ns1:solidFill>
                  <ns1:srgbClr val="246BFD"/>
                </ns1:solidFill>
              </ns1:defRPr>
            </ns1:lvl3pPr>
            <ns1:lvl4pPr algn="l">
              <ns1:defRPr sz="1275" b="1">
                <ns1:solidFill>
                  <ns1:srgbClr val="246BFD"/>
                </ns1:solidFill>
              </ns1:defRPr>
            </ns1:lvl4pPr>
            <ns1:lvl5pPr algn="l">
              <ns1:defRPr sz="1275" b="1">
                <ns1:solidFill>
                  <ns1:srgbClr val="246BFD"/>
                </ns1:solidFill>
              </ns1:defRPr>
            </ns1:lvl5pPr>
            <ns1:lvl6pPr algn="l">
              <ns1:defRPr sz="1275" b="1">
                <ns1:solidFill>
                  <ns1:srgbClr val="246BFD"/>
                </ns1:solidFill>
              </ns1:defRPr>
            </ns1:lvl6pPr>
            <ns1:lvl7pPr algn="l">
              <ns1:defRPr sz="1275" b="1">
                <ns1:solidFill>
                  <ns1:srgbClr val="246BFD"/>
                </ns1:solidFill>
              </ns1:defRPr>
            </ns1:lvl7pPr>
            <ns1:lvl8pPr algn="l">
              <ns1:defRPr sz="1275" b="1">
                <ns1:solidFill>
                  <ns1:srgbClr val="246BFD"/>
                </ns1:solidFill>
              </ns1:defRPr>
            </ns1:lvl8pPr>
            <ns1:lvl9pPr algn="l">
              <ns1:defRPr sz="12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275" b="1">
                <ns1:solidFill>
                  <ns1:srgbClr val="246BFD"/>
                </ns1:solidFill>
              </ns1:defRPr>
            </ns1:pPr>
            <ns1:r>
              <ns1:rPr sz="1275" b="1" lang="ru-RU">
                <ns1:solidFill>
                  <ns1:srgbClr val="246BFD"/>
                </ns1:solidFill>
              </ns1:rPr>
              <ns1:t>01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E83CE3FF-9E6B-4981-AEB8-C7CA0EA8D70C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3429000"/>
            <ns1:ext cx="13811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31B2B"/>
                </ns1:solidFill>
              </ns1:defRPr>
            </ns1:defPPr>
            <ns1:lvl1pPr algn="l">
              <ns1:defRPr sz="1650" b="1">
                <ns1:solidFill>
                  <ns1:srgbClr val="131B2B"/>
                </ns1:solidFill>
              </ns1:defRPr>
            </ns1:lvl1pPr>
            <ns1:lvl2pPr algn="l">
              <ns1:defRPr sz="1650" b="1">
                <ns1:solidFill>
                  <ns1:srgbClr val="131B2B"/>
                </ns1:solidFill>
              </ns1:defRPr>
            </ns1:lvl2pPr>
            <ns1:lvl3pPr algn="l">
              <ns1:defRPr sz="1650" b="1">
                <ns1:solidFill>
                  <ns1:srgbClr val="131B2B"/>
                </ns1:solidFill>
              </ns1:defRPr>
            </ns1:lvl3pPr>
            <ns1:lvl4pPr algn="l">
              <ns1:defRPr sz="1650" b="1">
                <ns1:solidFill>
                  <ns1:srgbClr val="131B2B"/>
                </ns1:solidFill>
              </ns1:defRPr>
            </ns1:lvl4pPr>
            <ns1:lvl5pPr algn="l">
              <ns1:defRPr sz="1650" b="1">
                <ns1:solidFill>
                  <ns1:srgbClr val="131B2B"/>
                </ns1:solidFill>
              </ns1:defRPr>
            </ns1:lvl5pPr>
            <ns1:lvl6pPr algn="l">
              <ns1:defRPr sz="1650" b="1">
                <ns1:solidFill>
                  <ns1:srgbClr val="131B2B"/>
                </ns1:solidFill>
              </ns1:defRPr>
            </ns1:lvl6pPr>
            <ns1:lvl7pPr algn="l">
              <ns1:defRPr sz="1650" b="1">
                <ns1:solidFill>
                  <ns1:srgbClr val="131B2B"/>
                </ns1:solidFill>
              </ns1:defRPr>
            </ns1:lvl7pPr>
            <ns1:lvl8pPr algn="l">
              <ns1:defRPr sz="1650" b="1">
                <ns1:solidFill>
                  <ns1:srgbClr val="131B2B"/>
                </ns1:solidFill>
              </ns1:defRPr>
            </ns1:lvl8pPr>
            <ns1:lvl9pPr algn="l">
              <ns1:defRPr sz="16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650" b="1">
                <ns1:solidFill>
                  <ns1:srgbClr val="131B2B"/>
                </ns1:solidFill>
              </ns1:defRPr>
            </ns1:pPr>
            <ns1:r>
              <ns1:rPr sz="1650" b="1" lang="ru-RU">
                <ns1:solidFill>
                  <ns1:srgbClr val="131B2B"/>
                </ns1:solidFill>
              </ns1:rPr>
              <ns1:t>Задача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CC165482-E88A-4C5C-8B2D-2222740808B2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4095750"/>
            <ns1:ext cx="428625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DFE1E2D4-AEF9-4424-A932-A6A2B7950616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4305300"/>
            <ns1:ext cx="13811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657187"/>
                </ns1:solidFill>
              </ns1:defRPr>
            </ns1:defPPr>
            <ns1:lvl1pPr algn="l">
              <ns1:defRPr sz="1200" b="0">
                <ns1:solidFill>
                  <ns1:srgbClr val="657187"/>
                </ns1:solidFill>
              </ns1:defRPr>
            </ns1:lvl1pPr>
            <ns1:lvl2pPr algn="l">
              <ns1:defRPr sz="1200" b="0">
                <ns1:solidFill>
                  <ns1:srgbClr val="657187"/>
                </ns1:solidFill>
              </ns1:defRPr>
            </ns1:lvl2pPr>
            <ns1:lvl3pPr algn="l">
              <ns1:defRPr sz="1200" b="0">
                <ns1:solidFill>
                  <ns1:srgbClr val="657187"/>
                </ns1:solidFill>
              </ns1:defRPr>
            </ns1:lvl3pPr>
            <ns1:lvl4pPr algn="l">
              <ns1:defRPr sz="1200" b="0">
                <ns1:solidFill>
                  <ns1:srgbClr val="657187"/>
                </ns1:solidFill>
              </ns1:defRPr>
            </ns1:lvl4pPr>
            <ns1:lvl5pPr algn="l">
              <ns1:defRPr sz="1200" b="0">
                <ns1:solidFill>
                  <ns1:srgbClr val="657187"/>
                </ns1:solidFill>
              </ns1:defRPr>
            </ns1:lvl5pPr>
            <ns1:lvl6pPr algn="l">
              <ns1:defRPr sz="1200" b="0">
                <ns1:solidFill>
                  <ns1:srgbClr val="657187"/>
                </ns1:solidFill>
              </ns1:defRPr>
            </ns1:lvl6pPr>
            <ns1:lvl7pPr algn="l">
              <ns1:defRPr sz="1200" b="0">
                <ns1:solidFill>
                  <ns1:srgbClr val="657187"/>
                </ns1:solidFill>
              </ns1:defRPr>
            </ns1:lvl7pPr>
            <ns1:lvl8pPr algn="l">
              <ns1:defRPr sz="1200" b="0">
                <ns1:solidFill>
                  <ns1:srgbClr val="657187"/>
                </ns1:solidFill>
              </ns1:defRPr>
            </ns1:lvl8pPr>
            <ns1:lvl9pPr algn="l">
              <ns1:defRPr sz="1200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200" b="0">
                <ns1:solidFill>
                  <ns1:srgbClr val="657187"/>
                </ns1:solidFill>
              </ns1:defRPr>
            </ns1:pPr>
            <ns1:r>
              <ns1:rPr sz="1200" b="0" lang="ru-RU">
                <ns1:solidFill>
                  <ns1:srgbClr val="657187"/>
                </ns1:solidFill>
              </ns1:rPr>
              <ns1:t>Задача и требования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A927CD4C-BB0E-4E5B-8FC1-F63C7E71009A}"/>
              </ns1:ext>
            </ns1:extLst>
          </ns0:cNvPr>
          <ns0:cNvSpPr>
            <ns1:spLocks noGrp="1"/>
          </ns0:cNvSpPr>
          <ns0:nvPr/>
        </ns0:nvSpPr>
        <ns0:spPr>
          <ns1:xfrm>
            <ns1:off x="2857500" y="2714625"/>
            <ns1:ext cx="1809750" cy="2476500"/>
          </ns1:xfrm>
          <ns1:prstGeom prst="roundRect">
            <ns1:avLst>
              <ns1:gd name="adj" fmla="val 6316"/>
            </ns1:avLst>
          </ns1:prstGeom>
          <ns1:solidFill>
            <ns1:srgbClr val="FFFFFF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10" name="">
            <ns1:extLst>
              <ns1:ext uri="{FF2B5EF4-FFF2-40B4-BE49-F238E27FC236}">
                <ns2:creationId id="{55593781-E9D4-4738-B2C5-639293831AB8}"/>
              </ns1:ext>
            </ns1:extLst>
          </ns0:cNvPr>
          <ns0:cNvSpPr>
            <ns1:spLocks noGrp="1"/>
          </ns0:cNvSpPr>
          <ns0:nvPr/>
        </ns0:nvSpPr>
        <ns0:spPr>
          <ns1:xfrm>
            <ns1:off x="3067050" y="2933700"/>
            <ns1:ext cx="476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1">
                <ns1:solidFill>
                  <ns1:srgbClr val="246BFD"/>
                </ns1:solidFill>
              </ns1:defRPr>
            </ns1:defPPr>
            <ns1:lvl1pPr algn="l">
              <ns1:defRPr sz="1275" b="1">
                <ns1:solidFill>
                  <ns1:srgbClr val="246BFD"/>
                </ns1:solidFill>
              </ns1:defRPr>
            </ns1:lvl1pPr>
            <ns1:lvl2pPr algn="l">
              <ns1:defRPr sz="1275" b="1">
                <ns1:solidFill>
                  <ns1:srgbClr val="246BFD"/>
                </ns1:solidFill>
              </ns1:defRPr>
            </ns1:lvl2pPr>
            <ns1:lvl3pPr algn="l">
              <ns1:defRPr sz="1275" b="1">
                <ns1:solidFill>
                  <ns1:srgbClr val="246BFD"/>
                </ns1:solidFill>
              </ns1:defRPr>
            </ns1:lvl3pPr>
            <ns1:lvl4pPr algn="l">
              <ns1:defRPr sz="1275" b="1">
                <ns1:solidFill>
                  <ns1:srgbClr val="246BFD"/>
                </ns1:solidFill>
              </ns1:defRPr>
            </ns1:lvl4pPr>
            <ns1:lvl5pPr algn="l">
              <ns1:defRPr sz="1275" b="1">
                <ns1:solidFill>
                  <ns1:srgbClr val="246BFD"/>
                </ns1:solidFill>
              </ns1:defRPr>
            </ns1:lvl5pPr>
            <ns1:lvl6pPr algn="l">
              <ns1:defRPr sz="1275" b="1">
                <ns1:solidFill>
                  <ns1:srgbClr val="246BFD"/>
                </ns1:solidFill>
              </ns1:defRPr>
            </ns1:lvl6pPr>
            <ns1:lvl7pPr algn="l">
              <ns1:defRPr sz="1275" b="1">
                <ns1:solidFill>
                  <ns1:srgbClr val="246BFD"/>
                </ns1:solidFill>
              </ns1:defRPr>
            </ns1:lvl7pPr>
            <ns1:lvl8pPr algn="l">
              <ns1:defRPr sz="1275" b="1">
                <ns1:solidFill>
                  <ns1:srgbClr val="246BFD"/>
                </ns1:solidFill>
              </ns1:defRPr>
            </ns1:lvl8pPr>
            <ns1:lvl9pPr algn="l">
              <ns1:defRPr sz="12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275" b="1">
                <ns1:solidFill>
                  <ns1:srgbClr val="246BFD"/>
                </ns1:solidFill>
              </ns1:defRPr>
            </ns1:pPr>
            <ns1:r>
              <ns1:rPr sz="1275" b="1" lang="ru-RU">
                <ns1:solidFill>
                  <ns1:srgbClr val="246BFD"/>
                </ns1:solidFill>
              </ns1:rPr>
              <ns1:t>02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30BDF5F7-D16F-431F-BEC6-55545CC325DE}"/>
              </ns1:ext>
            </ns1:extLst>
          </ns0:cNvPr>
          <ns0:cNvSpPr>
            <ns1:spLocks noGrp="1"/>
          </ns0:cNvSpPr>
          <ns0:nvPr/>
        </ns0:nvSpPr>
        <ns0:spPr>
          <ns1:xfrm>
            <ns1:off x="3067050" y="3429000"/>
            <ns1:ext cx="13811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31B2B"/>
                </ns1:solidFill>
              </ns1:defRPr>
            </ns1:defPPr>
            <ns1:lvl1pPr algn="l">
              <ns1:defRPr sz="1650" b="1">
                <ns1:solidFill>
                  <ns1:srgbClr val="131B2B"/>
                </ns1:solidFill>
              </ns1:defRPr>
            </ns1:lvl1pPr>
            <ns1:lvl2pPr algn="l">
              <ns1:defRPr sz="1650" b="1">
                <ns1:solidFill>
                  <ns1:srgbClr val="131B2B"/>
                </ns1:solidFill>
              </ns1:defRPr>
            </ns1:lvl2pPr>
            <ns1:lvl3pPr algn="l">
              <ns1:defRPr sz="1650" b="1">
                <ns1:solidFill>
                  <ns1:srgbClr val="131B2B"/>
                </ns1:solidFill>
              </ns1:defRPr>
            </ns1:lvl3pPr>
            <ns1:lvl4pPr algn="l">
              <ns1:defRPr sz="1650" b="1">
                <ns1:solidFill>
                  <ns1:srgbClr val="131B2B"/>
                </ns1:solidFill>
              </ns1:defRPr>
            </ns1:lvl4pPr>
            <ns1:lvl5pPr algn="l">
              <ns1:defRPr sz="1650" b="1">
                <ns1:solidFill>
                  <ns1:srgbClr val="131B2B"/>
                </ns1:solidFill>
              </ns1:defRPr>
            </ns1:lvl5pPr>
            <ns1:lvl6pPr algn="l">
              <ns1:defRPr sz="1650" b="1">
                <ns1:solidFill>
                  <ns1:srgbClr val="131B2B"/>
                </ns1:solidFill>
              </ns1:defRPr>
            </ns1:lvl6pPr>
            <ns1:lvl7pPr algn="l">
              <ns1:defRPr sz="1650" b="1">
                <ns1:solidFill>
                  <ns1:srgbClr val="131B2B"/>
                </ns1:solidFill>
              </ns1:defRPr>
            </ns1:lvl7pPr>
            <ns1:lvl8pPr algn="l">
              <ns1:defRPr sz="1650" b="1">
                <ns1:solidFill>
                  <ns1:srgbClr val="131B2B"/>
                </ns1:solidFill>
              </ns1:defRPr>
            </ns1:lvl8pPr>
            <ns1:lvl9pPr algn="l">
              <ns1:defRPr sz="16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650" b="1">
                <ns1:solidFill>
                  <ns1:srgbClr val="131B2B"/>
                </ns1:solidFill>
              </ns1:defRPr>
            </ns1:pPr>
            <ns1:r>
              <ns1:rPr sz="1650" b="1" lang="ru-RU">
                <ns1:solidFill>
                  <ns1:srgbClr val="131B2B"/>
                </ns1:solidFill>
              </ns1:rPr>
              <ns1:t>Прототип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78539912-248F-48ED-8F00-B99DD2A5F8BF}"/>
              </ns1:ext>
            </ns1:extLst>
          </ns0:cNvPr>
          <ns0:cNvSpPr>
            <ns1:spLocks noGrp="1"/>
          </ns0:cNvSpPr>
          <ns0:nvPr/>
        </ns0:nvSpPr>
        <ns0:spPr>
          <ns1:xfrm>
            <ns1:off x="3067050" y="4095750"/>
            <ns1:ext cx="428625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13" name="">
            <ns1:extLst>
              <ns1:ext uri="{FF2B5EF4-FFF2-40B4-BE49-F238E27FC236}">
                <ns2:creationId id="{E8702B13-F994-4071-B433-664920F171D8}"/>
              </ns1:ext>
            </ns1:extLst>
          </ns0:cNvPr>
          <ns0:cNvSpPr>
            <ns1:spLocks noGrp="1"/>
          </ns0:cNvSpPr>
          <ns0:nvPr/>
        </ns0:nvSpPr>
        <ns0:spPr>
          <ns1:xfrm>
            <ns1:off x="3067050" y="4305300"/>
            <ns1:ext cx="13811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657187"/>
                </ns1:solidFill>
              </ns1:defRPr>
            </ns1:defPPr>
            <ns1:lvl1pPr algn="l">
              <ns1:defRPr sz="1200" b="0">
                <ns1:solidFill>
                  <ns1:srgbClr val="657187"/>
                </ns1:solidFill>
              </ns1:defRPr>
            </ns1:lvl1pPr>
            <ns1:lvl2pPr algn="l">
              <ns1:defRPr sz="1200" b="0">
                <ns1:solidFill>
                  <ns1:srgbClr val="657187"/>
                </ns1:solidFill>
              </ns1:defRPr>
            </ns1:lvl2pPr>
            <ns1:lvl3pPr algn="l">
              <ns1:defRPr sz="1200" b="0">
                <ns1:solidFill>
                  <ns1:srgbClr val="657187"/>
                </ns1:solidFill>
              </ns1:defRPr>
            </ns1:lvl3pPr>
            <ns1:lvl4pPr algn="l">
              <ns1:defRPr sz="1200" b="0">
                <ns1:solidFill>
                  <ns1:srgbClr val="657187"/>
                </ns1:solidFill>
              </ns1:defRPr>
            </ns1:lvl4pPr>
            <ns1:lvl5pPr algn="l">
              <ns1:defRPr sz="1200" b="0">
                <ns1:solidFill>
                  <ns1:srgbClr val="657187"/>
                </ns1:solidFill>
              </ns1:defRPr>
            </ns1:lvl5pPr>
            <ns1:lvl6pPr algn="l">
              <ns1:defRPr sz="1200" b="0">
                <ns1:solidFill>
                  <ns1:srgbClr val="657187"/>
                </ns1:solidFill>
              </ns1:defRPr>
            </ns1:lvl6pPr>
            <ns1:lvl7pPr algn="l">
              <ns1:defRPr sz="1200" b="0">
                <ns1:solidFill>
                  <ns1:srgbClr val="657187"/>
                </ns1:solidFill>
              </ns1:defRPr>
            </ns1:lvl7pPr>
            <ns1:lvl8pPr algn="l">
              <ns1:defRPr sz="1200" b="0">
                <ns1:solidFill>
                  <ns1:srgbClr val="657187"/>
                </ns1:solidFill>
              </ns1:defRPr>
            </ns1:lvl8pPr>
            <ns1:lvl9pPr algn="l">
              <ns1:defRPr sz="1200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200" b="0">
                <ns1:solidFill>
                  <ns1:srgbClr val="657187"/>
                </ns1:solidFill>
              </ns1:defRPr>
            </ns1:pPr>
            <ns1:r>
              <ns1:rPr sz="1200" b="0" lang="ru-RU">
                <ns1:solidFill>
                  <ns1:srgbClr val="657187"/>
                </ns1:solidFill>
              </ns1:rPr>
              <ns1:t>Структура и сценарии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BA06140C-2C72-401A-ACEF-C55107809B52}"/>
              </ns1:ext>
            </ns1:extLst>
          </ns0:cNvPr>
          <ns0:cNvSpPr>
            <ns1:spLocks noGrp="1"/>
          </ns0:cNvSpPr>
          <ns0:nvPr/>
        </ns0:nvSpPr>
        <ns0:spPr>
          <ns1:xfrm>
            <ns1:off x="5048250" y="2714625"/>
            <ns1:ext cx="1809750" cy="2476500"/>
          </ns1:xfrm>
          <ns1:prstGeom prst="roundRect">
            <ns1:avLst>
              <ns1:gd name="adj" fmla="val 6316"/>
            </ns1:avLst>
          </ns1:prstGeom>
          <ns1:solidFill>
            <ns1:srgbClr val="FFFFFF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1953267F-CEDD-4604-B47A-57B7E533D16F}"/>
              </ns1:ext>
            </ns1:extLst>
          </ns0:cNvPr>
          <ns0:cNvSpPr>
            <ns1:spLocks noGrp="1"/>
          </ns0:cNvSpPr>
          <ns0:nvPr/>
        </ns0:nvSpPr>
        <ns0:spPr>
          <ns1:xfrm>
            <ns1:off x="5257800" y="2933700"/>
            <ns1:ext cx="476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1">
                <ns1:solidFill>
                  <ns1:srgbClr val="246BFD"/>
                </ns1:solidFill>
              </ns1:defRPr>
            </ns1:defPPr>
            <ns1:lvl1pPr algn="l">
              <ns1:defRPr sz="1275" b="1">
                <ns1:solidFill>
                  <ns1:srgbClr val="246BFD"/>
                </ns1:solidFill>
              </ns1:defRPr>
            </ns1:lvl1pPr>
            <ns1:lvl2pPr algn="l">
              <ns1:defRPr sz="1275" b="1">
                <ns1:solidFill>
                  <ns1:srgbClr val="246BFD"/>
                </ns1:solidFill>
              </ns1:defRPr>
            </ns1:lvl2pPr>
            <ns1:lvl3pPr algn="l">
              <ns1:defRPr sz="1275" b="1">
                <ns1:solidFill>
                  <ns1:srgbClr val="246BFD"/>
                </ns1:solidFill>
              </ns1:defRPr>
            </ns1:lvl3pPr>
            <ns1:lvl4pPr algn="l">
              <ns1:defRPr sz="1275" b="1">
                <ns1:solidFill>
                  <ns1:srgbClr val="246BFD"/>
                </ns1:solidFill>
              </ns1:defRPr>
            </ns1:lvl4pPr>
            <ns1:lvl5pPr algn="l">
              <ns1:defRPr sz="1275" b="1">
                <ns1:solidFill>
                  <ns1:srgbClr val="246BFD"/>
                </ns1:solidFill>
              </ns1:defRPr>
            </ns1:lvl5pPr>
            <ns1:lvl6pPr algn="l">
              <ns1:defRPr sz="1275" b="1">
                <ns1:solidFill>
                  <ns1:srgbClr val="246BFD"/>
                </ns1:solidFill>
              </ns1:defRPr>
            </ns1:lvl6pPr>
            <ns1:lvl7pPr algn="l">
              <ns1:defRPr sz="1275" b="1">
                <ns1:solidFill>
                  <ns1:srgbClr val="246BFD"/>
                </ns1:solidFill>
              </ns1:defRPr>
            </ns1:lvl7pPr>
            <ns1:lvl8pPr algn="l">
              <ns1:defRPr sz="1275" b="1">
                <ns1:solidFill>
                  <ns1:srgbClr val="246BFD"/>
                </ns1:solidFill>
              </ns1:defRPr>
            </ns1:lvl8pPr>
            <ns1:lvl9pPr algn="l">
              <ns1:defRPr sz="12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275" b="1">
                <ns1:solidFill>
                  <ns1:srgbClr val="246BFD"/>
                </ns1:solidFill>
              </ns1:defRPr>
            </ns1:pPr>
            <ns1:r>
              <ns1:rPr sz="1275" b="1" lang="ru-RU">
                <ns1:solidFill>
                  <ns1:srgbClr val="246BFD"/>
                </ns1:solidFill>
              </ns1:rPr>
              <ns1:t>03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A05CF893-30C9-409C-819E-1DFAD84E40C3}"/>
              </ns1:ext>
            </ns1:extLst>
          </ns0:cNvPr>
          <ns0:cNvSpPr>
            <ns1:spLocks noGrp="1"/>
          </ns0:cNvSpPr>
          <ns0:nvPr/>
        </ns0:nvSpPr>
        <ns0:spPr>
          <ns1:xfrm>
            <ns1:off x="5257800" y="3429000"/>
            <ns1:ext cx="13811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31B2B"/>
                </ns1:solidFill>
              </ns1:defRPr>
            </ns1:defPPr>
            <ns1:lvl1pPr algn="l">
              <ns1:defRPr sz="1650" b="1">
                <ns1:solidFill>
                  <ns1:srgbClr val="131B2B"/>
                </ns1:solidFill>
              </ns1:defRPr>
            </ns1:lvl1pPr>
            <ns1:lvl2pPr algn="l">
              <ns1:defRPr sz="1650" b="1">
                <ns1:solidFill>
                  <ns1:srgbClr val="131B2B"/>
                </ns1:solidFill>
              </ns1:defRPr>
            </ns1:lvl2pPr>
            <ns1:lvl3pPr algn="l">
              <ns1:defRPr sz="1650" b="1">
                <ns1:solidFill>
                  <ns1:srgbClr val="131B2B"/>
                </ns1:solidFill>
              </ns1:defRPr>
            </ns1:lvl3pPr>
            <ns1:lvl4pPr algn="l">
              <ns1:defRPr sz="1650" b="1">
                <ns1:solidFill>
                  <ns1:srgbClr val="131B2B"/>
                </ns1:solidFill>
              </ns1:defRPr>
            </ns1:lvl4pPr>
            <ns1:lvl5pPr algn="l">
              <ns1:defRPr sz="1650" b="1">
                <ns1:solidFill>
                  <ns1:srgbClr val="131B2B"/>
                </ns1:solidFill>
              </ns1:defRPr>
            </ns1:lvl5pPr>
            <ns1:lvl6pPr algn="l">
              <ns1:defRPr sz="1650" b="1">
                <ns1:solidFill>
                  <ns1:srgbClr val="131B2B"/>
                </ns1:solidFill>
              </ns1:defRPr>
            </ns1:lvl6pPr>
            <ns1:lvl7pPr algn="l">
              <ns1:defRPr sz="1650" b="1">
                <ns1:solidFill>
                  <ns1:srgbClr val="131B2B"/>
                </ns1:solidFill>
              </ns1:defRPr>
            </ns1:lvl7pPr>
            <ns1:lvl8pPr algn="l">
              <ns1:defRPr sz="1650" b="1">
                <ns1:solidFill>
                  <ns1:srgbClr val="131B2B"/>
                </ns1:solidFill>
              </ns1:defRPr>
            </ns1:lvl8pPr>
            <ns1:lvl9pPr algn="l">
              <ns1:defRPr sz="16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650" b="1">
                <ns1:solidFill>
                  <ns1:srgbClr val="131B2B"/>
                </ns1:solidFill>
              </ns1:defRPr>
            </ns1:pPr>
            <ns1:r>
              <ns1:rPr sz="1650" b="1" lang="ru-RU">
                <ns1:solidFill>
                  <ns1:srgbClr val="131B2B"/>
                </ns1:solidFill>
              </ns1:rPr>
              <ns1:t>Разработка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673550C5-56F2-4CAD-A08E-294007BE5142}"/>
              </ns1:ext>
            </ns1:extLst>
          </ns0:cNvPr>
          <ns0:cNvSpPr>
            <ns1:spLocks noGrp="1"/>
          </ns0:cNvSpPr>
          <ns0:nvPr/>
        </ns0:nvSpPr>
        <ns0:spPr>
          <ns1:xfrm>
            <ns1:off x="5257800" y="4095750"/>
            <ns1:ext cx="428625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18" name="">
            <ns1:extLst>
              <ns1:ext uri="{FF2B5EF4-FFF2-40B4-BE49-F238E27FC236}">
                <ns2:creationId id="{B84FE801-2CE1-4729-B26B-110DAF36729C}"/>
              </ns1:ext>
            </ns1:extLst>
          </ns0:cNvPr>
          <ns0:cNvSpPr>
            <ns1:spLocks noGrp="1"/>
          </ns0:cNvSpPr>
          <ns0:nvPr/>
        </ns0:nvSpPr>
        <ns0:spPr>
          <ns1:xfrm>
            <ns1:off x="5257800" y="4305300"/>
            <ns1:ext cx="13811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657187"/>
                </ns1:solidFill>
              </ns1:defRPr>
            </ns1:defPPr>
            <ns1:lvl1pPr algn="l">
              <ns1:defRPr sz="1200" b="0">
                <ns1:solidFill>
                  <ns1:srgbClr val="657187"/>
                </ns1:solidFill>
              </ns1:defRPr>
            </ns1:lvl1pPr>
            <ns1:lvl2pPr algn="l">
              <ns1:defRPr sz="1200" b="0">
                <ns1:solidFill>
                  <ns1:srgbClr val="657187"/>
                </ns1:solidFill>
              </ns1:defRPr>
            </ns1:lvl2pPr>
            <ns1:lvl3pPr algn="l">
              <ns1:defRPr sz="1200" b="0">
                <ns1:solidFill>
                  <ns1:srgbClr val="657187"/>
                </ns1:solidFill>
              </ns1:defRPr>
            </ns1:lvl3pPr>
            <ns1:lvl4pPr algn="l">
              <ns1:defRPr sz="1200" b="0">
                <ns1:solidFill>
                  <ns1:srgbClr val="657187"/>
                </ns1:solidFill>
              </ns1:defRPr>
            </ns1:lvl4pPr>
            <ns1:lvl5pPr algn="l">
              <ns1:defRPr sz="1200" b="0">
                <ns1:solidFill>
                  <ns1:srgbClr val="657187"/>
                </ns1:solidFill>
              </ns1:defRPr>
            </ns1:lvl5pPr>
            <ns1:lvl6pPr algn="l">
              <ns1:defRPr sz="1200" b="0">
                <ns1:solidFill>
                  <ns1:srgbClr val="657187"/>
                </ns1:solidFill>
              </ns1:defRPr>
            </ns1:lvl6pPr>
            <ns1:lvl7pPr algn="l">
              <ns1:defRPr sz="1200" b="0">
                <ns1:solidFill>
                  <ns1:srgbClr val="657187"/>
                </ns1:solidFill>
              </ns1:defRPr>
            </ns1:lvl7pPr>
            <ns1:lvl8pPr algn="l">
              <ns1:defRPr sz="1200" b="0">
                <ns1:solidFill>
                  <ns1:srgbClr val="657187"/>
                </ns1:solidFill>
              </ns1:defRPr>
            </ns1:lvl8pPr>
            <ns1:lvl9pPr algn="l">
              <ns1:defRPr sz="1200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200" b="0">
                <ns1:solidFill>
                  <ns1:srgbClr val="657187"/>
                </ns1:solidFill>
              </ns1:defRPr>
            </ns1:pPr>
            <ns1:r>
              <ns1:rPr sz="1200" b="0" lang="ru-RU">
                <ns1:solidFill>
                  <ns1:srgbClr val="657187"/>
                </ns1:solidFill>
              </ns1:rPr>
              <ns1:t>Дизайн и функции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F0FA35A4-7DEF-4FD3-929D-EA230A59F65E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2714625"/>
            <ns1:ext cx="1809750" cy="2476500"/>
          </ns1:xfrm>
          <ns1:prstGeom prst="roundRect">
            <ns1:avLst>
              <ns1:gd name="adj" fmla="val 6316"/>
            </ns1:avLst>
          </ns1:prstGeom>
          <ns1:solidFill>
            <ns1:srgbClr val="FFFFFF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20" name="">
            <ns1:extLst>
              <ns1:ext uri="{FF2B5EF4-FFF2-40B4-BE49-F238E27FC236}">
                <ns2:creationId id="{577536EE-2D80-47B4-AA65-542B596D6D2F}"/>
              </ns1:ext>
            </ns1:extLst>
          </ns0:cNvPr>
          <ns0:cNvSpPr>
            <ns1:spLocks noGrp="1"/>
          </ns0:cNvSpPr>
          <ns0:nvPr/>
        </ns0:nvSpPr>
        <ns0:spPr>
          <ns1:xfrm>
            <ns1:off x="7448550" y="2933700"/>
            <ns1:ext cx="476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1">
                <ns1:solidFill>
                  <ns1:srgbClr val="246BFD"/>
                </ns1:solidFill>
              </ns1:defRPr>
            </ns1:defPPr>
            <ns1:lvl1pPr algn="l">
              <ns1:defRPr sz="1275" b="1">
                <ns1:solidFill>
                  <ns1:srgbClr val="246BFD"/>
                </ns1:solidFill>
              </ns1:defRPr>
            </ns1:lvl1pPr>
            <ns1:lvl2pPr algn="l">
              <ns1:defRPr sz="1275" b="1">
                <ns1:solidFill>
                  <ns1:srgbClr val="246BFD"/>
                </ns1:solidFill>
              </ns1:defRPr>
            </ns1:lvl2pPr>
            <ns1:lvl3pPr algn="l">
              <ns1:defRPr sz="1275" b="1">
                <ns1:solidFill>
                  <ns1:srgbClr val="246BFD"/>
                </ns1:solidFill>
              </ns1:defRPr>
            </ns1:lvl3pPr>
            <ns1:lvl4pPr algn="l">
              <ns1:defRPr sz="1275" b="1">
                <ns1:solidFill>
                  <ns1:srgbClr val="246BFD"/>
                </ns1:solidFill>
              </ns1:defRPr>
            </ns1:lvl4pPr>
            <ns1:lvl5pPr algn="l">
              <ns1:defRPr sz="1275" b="1">
                <ns1:solidFill>
                  <ns1:srgbClr val="246BFD"/>
                </ns1:solidFill>
              </ns1:defRPr>
            </ns1:lvl5pPr>
            <ns1:lvl6pPr algn="l">
              <ns1:defRPr sz="1275" b="1">
                <ns1:solidFill>
                  <ns1:srgbClr val="246BFD"/>
                </ns1:solidFill>
              </ns1:defRPr>
            </ns1:lvl6pPr>
            <ns1:lvl7pPr algn="l">
              <ns1:defRPr sz="1275" b="1">
                <ns1:solidFill>
                  <ns1:srgbClr val="246BFD"/>
                </ns1:solidFill>
              </ns1:defRPr>
            </ns1:lvl7pPr>
            <ns1:lvl8pPr algn="l">
              <ns1:defRPr sz="1275" b="1">
                <ns1:solidFill>
                  <ns1:srgbClr val="246BFD"/>
                </ns1:solidFill>
              </ns1:defRPr>
            </ns1:lvl8pPr>
            <ns1:lvl9pPr algn="l">
              <ns1:defRPr sz="12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275" b="1">
                <ns1:solidFill>
                  <ns1:srgbClr val="246BFD"/>
                </ns1:solidFill>
              </ns1:defRPr>
            </ns1:pPr>
            <ns1:r>
              <ns1:rPr sz="1275" b="1" lang="ru-RU">
                <ns1:solidFill>
                  <ns1:srgbClr val="246BFD"/>
                </ns1:solidFill>
              </ns1:rPr>
              <ns1:t>04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1C4B4482-E162-4A85-8E9A-9BF5499BB501}"/>
              </ns1:ext>
            </ns1:extLst>
          </ns0:cNvPr>
          <ns0:cNvSpPr>
            <ns1:spLocks noGrp="1"/>
          </ns0:cNvSpPr>
          <ns0:nvPr/>
        </ns0:nvSpPr>
        <ns0:spPr>
          <ns1:xfrm>
            <ns1:off x="7448550" y="3429000"/>
            <ns1:ext cx="13811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31B2B"/>
                </ns1:solidFill>
              </ns1:defRPr>
            </ns1:defPPr>
            <ns1:lvl1pPr algn="l">
              <ns1:defRPr sz="1650" b="1">
                <ns1:solidFill>
                  <ns1:srgbClr val="131B2B"/>
                </ns1:solidFill>
              </ns1:defRPr>
            </ns1:lvl1pPr>
            <ns1:lvl2pPr algn="l">
              <ns1:defRPr sz="1650" b="1">
                <ns1:solidFill>
                  <ns1:srgbClr val="131B2B"/>
                </ns1:solidFill>
              </ns1:defRPr>
            </ns1:lvl2pPr>
            <ns1:lvl3pPr algn="l">
              <ns1:defRPr sz="1650" b="1">
                <ns1:solidFill>
                  <ns1:srgbClr val="131B2B"/>
                </ns1:solidFill>
              </ns1:defRPr>
            </ns1:lvl3pPr>
            <ns1:lvl4pPr algn="l">
              <ns1:defRPr sz="1650" b="1">
                <ns1:solidFill>
                  <ns1:srgbClr val="131B2B"/>
                </ns1:solidFill>
              </ns1:defRPr>
            </ns1:lvl4pPr>
            <ns1:lvl5pPr algn="l">
              <ns1:defRPr sz="1650" b="1">
                <ns1:solidFill>
                  <ns1:srgbClr val="131B2B"/>
                </ns1:solidFill>
              </ns1:defRPr>
            </ns1:lvl5pPr>
            <ns1:lvl6pPr algn="l">
              <ns1:defRPr sz="1650" b="1">
                <ns1:solidFill>
                  <ns1:srgbClr val="131B2B"/>
                </ns1:solidFill>
              </ns1:defRPr>
            </ns1:lvl6pPr>
            <ns1:lvl7pPr algn="l">
              <ns1:defRPr sz="1650" b="1">
                <ns1:solidFill>
                  <ns1:srgbClr val="131B2B"/>
                </ns1:solidFill>
              </ns1:defRPr>
            </ns1:lvl7pPr>
            <ns1:lvl8pPr algn="l">
              <ns1:defRPr sz="1650" b="1">
                <ns1:solidFill>
                  <ns1:srgbClr val="131B2B"/>
                </ns1:solidFill>
              </ns1:defRPr>
            </ns1:lvl8pPr>
            <ns1:lvl9pPr algn="l">
              <ns1:defRPr sz="16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650" b="1">
                <ns1:solidFill>
                  <ns1:srgbClr val="131B2B"/>
                </ns1:solidFill>
              </ns1:defRPr>
            </ns1:pPr>
            <ns1:r>
              <ns1:rPr sz="1650" b="1" lang="ru-RU">
                <ns1:solidFill>
                  <ns1:srgbClr val="131B2B"/>
                </ns1:solidFill>
              </ns1:rPr>
              <ns1:t>Проверка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6C79ABEA-60BB-4E8E-8558-DC83E666099C}"/>
              </ns1:ext>
            </ns1:extLst>
          </ns0:cNvPr>
          <ns0:cNvSpPr>
            <ns1:spLocks noGrp="1"/>
          </ns0:cNvSpPr>
          <ns0:nvPr/>
        </ns0:nvSpPr>
        <ns0:spPr>
          <ns1:xfrm>
            <ns1:off x="7448550" y="4095750"/>
            <ns1:ext cx="428625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23" name="">
            <ns1:extLst>
              <ns1:ext uri="{FF2B5EF4-FFF2-40B4-BE49-F238E27FC236}">
                <ns2:creationId id="{6D834CBC-9462-45D5-A1DA-5168EBBDBE24}"/>
              </ns1:ext>
            </ns1:extLst>
          </ns0:cNvPr>
          <ns0:cNvSpPr>
            <ns1:spLocks noGrp="1"/>
          </ns0:cNvSpPr>
          <ns0:nvPr/>
        </ns0:nvSpPr>
        <ns0:spPr>
          <ns1:xfrm>
            <ns1:off x="7448550" y="4305300"/>
            <ns1:ext cx="13811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657187"/>
                </ns1:solidFill>
              </ns1:defRPr>
            </ns1:defPPr>
            <ns1:lvl1pPr algn="l">
              <ns1:defRPr sz="1200" b="0">
                <ns1:solidFill>
                  <ns1:srgbClr val="657187"/>
                </ns1:solidFill>
              </ns1:defRPr>
            </ns1:lvl1pPr>
            <ns1:lvl2pPr algn="l">
              <ns1:defRPr sz="1200" b="0">
                <ns1:solidFill>
                  <ns1:srgbClr val="657187"/>
                </ns1:solidFill>
              </ns1:defRPr>
            </ns1:lvl2pPr>
            <ns1:lvl3pPr algn="l">
              <ns1:defRPr sz="1200" b="0">
                <ns1:solidFill>
                  <ns1:srgbClr val="657187"/>
                </ns1:solidFill>
              </ns1:defRPr>
            </ns1:lvl3pPr>
            <ns1:lvl4pPr algn="l">
              <ns1:defRPr sz="1200" b="0">
                <ns1:solidFill>
                  <ns1:srgbClr val="657187"/>
                </ns1:solidFill>
              </ns1:defRPr>
            </ns1:lvl4pPr>
            <ns1:lvl5pPr algn="l">
              <ns1:defRPr sz="1200" b="0">
                <ns1:solidFill>
                  <ns1:srgbClr val="657187"/>
                </ns1:solidFill>
              </ns1:defRPr>
            </ns1:lvl5pPr>
            <ns1:lvl6pPr algn="l">
              <ns1:defRPr sz="1200" b="0">
                <ns1:solidFill>
                  <ns1:srgbClr val="657187"/>
                </ns1:solidFill>
              </ns1:defRPr>
            </ns1:lvl6pPr>
            <ns1:lvl7pPr algn="l">
              <ns1:defRPr sz="1200" b="0">
                <ns1:solidFill>
                  <ns1:srgbClr val="657187"/>
                </ns1:solidFill>
              </ns1:defRPr>
            </ns1:lvl7pPr>
            <ns1:lvl8pPr algn="l">
              <ns1:defRPr sz="1200" b="0">
                <ns1:solidFill>
                  <ns1:srgbClr val="657187"/>
                </ns1:solidFill>
              </ns1:defRPr>
            </ns1:lvl8pPr>
            <ns1:lvl9pPr algn="l">
              <ns1:defRPr sz="1200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200" b="0">
                <ns1:solidFill>
                  <ns1:srgbClr val="657187"/>
                </ns1:solidFill>
              </ns1:defRPr>
            </ns1:pPr>
            <ns1:r>
              <ns1:rPr sz="1200" b="0" lang="ru-RU">
                <ns1:solidFill>
                  <ns1:srgbClr val="657187"/>
                </ns1:solidFill>
              </ns1:rPr>
              <ns1:t>Тесты и исправления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C0875196-E22F-41C2-BE00-93CB7ED4D672}"/>
              </ns1:ext>
            </ns1:extLst>
          </ns0:cNvPr>
          <ns0:cNvSpPr>
            <ns1:spLocks noGrp="1"/>
          </ns0:cNvSpPr>
          <ns0:nvPr/>
        </ns0:nvSpPr>
        <ns0:spPr>
          <ns1:xfrm>
            <ns1:off x="9429750" y="2714625"/>
            <ns1:ext cx="1809750" cy="2476500"/>
          </ns1:xfrm>
          <ns1:prstGeom prst="roundRect">
            <ns1:avLst>
              <ns1:gd name="adj" fmla="val 6316"/>
            </ns1:avLst>
          </ns1:prstGeom>
          <ns1:solidFill>
            <ns1:srgbClr val="FFFFFF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25" name="">
            <ns1:extLst>
              <ns1:ext uri="{FF2B5EF4-FFF2-40B4-BE49-F238E27FC236}">
                <ns2:creationId id="{9E17140D-B930-42B0-901C-8B36345B0466}"/>
              </ns1:ext>
            </ns1:extLst>
          </ns0:cNvPr>
          <ns0:cNvSpPr>
            <ns1:spLocks noGrp="1"/>
          </ns0:cNvSpPr>
          <ns0:nvPr/>
        </ns0:nvSpPr>
        <ns0:spPr>
          <ns1:xfrm>
            <ns1:off x="9639300" y="2933700"/>
            <ns1:ext cx="476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1">
                <ns1:solidFill>
                  <ns1:srgbClr val="F47B61"/>
                </ns1:solidFill>
              </ns1:defRPr>
            </ns1:defPPr>
            <ns1:lvl1pPr algn="l">
              <ns1:defRPr sz="1275" b="1">
                <ns1:solidFill>
                  <ns1:srgbClr val="F47B61"/>
                </ns1:solidFill>
              </ns1:defRPr>
            </ns1:lvl1pPr>
            <ns1:lvl2pPr algn="l">
              <ns1:defRPr sz="1275" b="1">
                <ns1:solidFill>
                  <ns1:srgbClr val="F47B61"/>
                </ns1:solidFill>
              </ns1:defRPr>
            </ns1:lvl2pPr>
            <ns1:lvl3pPr algn="l">
              <ns1:defRPr sz="1275" b="1">
                <ns1:solidFill>
                  <ns1:srgbClr val="F47B61"/>
                </ns1:solidFill>
              </ns1:defRPr>
            </ns1:lvl3pPr>
            <ns1:lvl4pPr algn="l">
              <ns1:defRPr sz="1275" b="1">
                <ns1:solidFill>
                  <ns1:srgbClr val="F47B61"/>
                </ns1:solidFill>
              </ns1:defRPr>
            </ns1:lvl4pPr>
            <ns1:lvl5pPr algn="l">
              <ns1:defRPr sz="1275" b="1">
                <ns1:solidFill>
                  <ns1:srgbClr val="F47B61"/>
                </ns1:solidFill>
              </ns1:defRPr>
            </ns1:lvl5pPr>
            <ns1:lvl6pPr algn="l">
              <ns1:defRPr sz="1275" b="1">
                <ns1:solidFill>
                  <ns1:srgbClr val="F47B61"/>
                </ns1:solidFill>
              </ns1:defRPr>
            </ns1:lvl6pPr>
            <ns1:lvl7pPr algn="l">
              <ns1:defRPr sz="1275" b="1">
                <ns1:solidFill>
                  <ns1:srgbClr val="F47B61"/>
                </ns1:solidFill>
              </ns1:defRPr>
            </ns1:lvl7pPr>
            <ns1:lvl8pPr algn="l">
              <ns1:defRPr sz="1275" b="1">
                <ns1:solidFill>
                  <ns1:srgbClr val="F47B61"/>
                </ns1:solidFill>
              </ns1:defRPr>
            </ns1:lvl8pPr>
            <ns1:lvl9pPr algn="l">
              <ns1:defRPr sz="1275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275" b="1">
                <ns1:solidFill>
                  <ns1:srgbClr val="F47B61"/>
                </ns1:solidFill>
              </ns1:defRPr>
            </ns1:pPr>
            <ns1:r>
              <ns1:rPr sz="1275" b="1" lang="ru-RU">
                <ns1:solidFill>
                  <ns1:srgbClr val="F47B61"/>
                </ns1:solidFill>
              </ns1:rPr>
              <ns1:t>05</ns1:t>
            </ns1:r>
          </ns1:p>
        </ns0:txBody>
      </ns0:sp>
      <ns0:sp>
        <ns0:nvSpPr>
          <ns0:cNvPr id="26" name="">
            <ns1:extLst>
              <ns1:ext uri="{FF2B5EF4-FFF2-40B4-BE49-F238E27FC236}">
                <ns2:creationId id="{8E0AA952-58B5-4A81-A2B3-9B6DD7534F90}"/>
              </ns1:ext>
            </ns1:extLst>
          </ns0:cNvPr>
          <ns0:cNvSpPr>
            <ns1:spLocks noGrp="1"/>
          </ns0:cNvSpPr>
          <ns0:nvPr/>
        </ns0:nvSpPr>
        <ns0:spPr>
          <ns1:xfrm>
            <ns1:off x="9639300" y="3429000"/>
            <ns1:ext cx="13811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31B2B"/>
                </ns1:solidFill>
              </ns1:defRPr>
            </ns1:defPPr>
            <ns1:lvl1pPr algn="l">
              <ns1:defRPr sz="1650" b="1">
                <ns1:solidFill>
                  <ns1:srgbClr val="131B2B"/>
                </ns1:solidFill>
              </ns1:defRPr>
            </ns1:lvl1pPr>
            <ns1:lvl2pPr algn="l">
              <ns1:defRPr sz="1650" b="1">
                <ns1:solidFill>
                  <ns1:srgbClr val="131B2B"/>
                </ns1:solidFill>
              </ns1:defRPr>
            </ns1:lvl2pPr>
            <ns1:lvl3pPr algn="l">
              <ns1:defRPr sz="1650" b="1">
                <ns1:solidFill>
                  <ns1:srgbClr val="131B2B"/>
                </ns1:solidFill>
              </ns1:defRPr>
            </ns1:lvl3pPr>
            <ns1:lvl4pPr algn="l">
              <ns1:defRPr sz="1650" b="1">
                <ns1:solidFill>
                  <ns1:srgbClr val="131B2B"/>
                </ns1:solidFill>
              </ns1:defRPr>
            </ns1:lvl4pPr>
            <ns1:lvl5pPr algn="l">
              <ns1:defRPr sz="1650" b="1">
                <ns1:solidFill>
                  <ns1:srgbClr val="131B2B"/>
                </ns1:solidFill>
              </ns1:defRPr>
            </ns1:lvl5pPr>
            <ns1:lvl6pPr algn="l">
              <ns1:defRPr sz="1650" b="1">
                <ns1:solidFill>
                  <ns1:srgbClr val="131B2B"/>
                </ns1:solidFill>
              </ns1:defRPr>
            </ns1:lvl6pPr>
            <ns1:lvl7pPr algn="l">
              <ns1:defRPr sz="1650" b="1">
                <ns1:solidFill>
                  <ns1:srgbClr val="131B2B"/>
                </ns1:solidFill>
              </ns1:defRPr>
            </ns1:lvl7pPr>
            <ns1:lvl8pPr algn="l">
              <ns1:defRPr sz="1650" b="1">
                <ns1:solidFill>
                  <ns1:srgbClr val="131B2B"/>
                </ns1:solidFill>
              </ns1:defRPr>
            </ns1:lvl8pPr>
            <ns1:lvl9pPr algn="l">
              <ns1:defRPr sz="16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650" b="1">
                <ns1:solidFill>
                  <ns1:srgbClr val="131B2B"/>
                </ns1:solidFill>
              </ns1:defRPr>
            </ns1:pPr>
            <ns1:r>
              <ns1:rPr sz="1650" b="1" lang="ru-RU">
                <ns1:solidFill>
                  <ns1:srgbClr val="131B2B"/>
                </ns1:solidFill>
              </ns1:rPr>
              <ns1:t>Передача</ns1:t>
            </ns1:r>
          </ns1:p>
        </ns0:txBody>
      </ns0:sp>
      <ns0:sp>
        <ns0:nvSpPr>
          <ns0:cNvPr id="27" name="">
            <ns1:extLst>
              <ns1:ext uri="{FF2B5EF4-FFF2-40B4-BE49-F238E27FC236}">
                <ns2:creationId id="{C0425FBE-44CA-4338-B9D3-1E44CFB3692B}"/>
              </ns1:ext>
            </ns1:extLst>
          </ns0:cNvPr>
          <ns0:cNvSpPr>
            <ns1:spLocks noGrp="1"/>
          </ns0:cNvSpPr>
          <ns0:nvPr/>
        </ns0:nvSpPr>
        <ns0:spPr>
          <ns1:xfrm>
            <ns1:off x="9639300" y="4095750"/>
            <ns1:ext cx="428625" cy="28575"/>
          </ns1:xfrm>
          <ns1:prstGeom prst="rect">
            <ns1:avLst/>
          </ns1:prstGeom>
          <ns1:solidFill>
            <ns1:srgbClr val="F47B61"/>
          </ns1:solidFill>
          <ns1:ln w="0">
            <ns1:noFill/>
            <ns1:prstDash val="solid"/>
          </ns1:ln>
        </ns0:spPr>
      </ns0:sp>
      <ns0:sp>
        <ns0:nvSpPr>
          <ns0:cNvPr id="28" name="">
            <ns1:extLst>
              <ns1:ext uri="{FF2B5EF4-FFF2-40B4-BE49-F238E27FC236}">
                <ns2:creationId id="{1AE1C800-A6CE-4649-B2E2-EB9A1260129B}"/>
              </ns1:ext>
            </ns1:extLst>
          </ns0:cNvPr>
          <ns0:cNvSpPr>
            <ns1:spLocks noGrp="1"/>
          </ns0:cNvSpPr>
          <ns0:nvPr/>
        </ns0:nvSpPr>
        <ns0:spPr>
          <ns1:xfrm>
            <ns1:off x="9639300" y="4305300"/>
            <ns1:ext cx="13811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657187"/>
                </ns1:solidFill>
              </ns1:defRPr>
            </ns1:defPPr>
            <ns1:lvl1pPr algn="l">
              <ns1:defRPr sz="1200" b="0">
                <ns1:solidFill>
                  <ns1:srgbClr val="657187"/>
                </ns1:solidFill>
              </ns1:defRPr>
            </ns1:lvl1pPr>
            <ns1:lvl2pPr algn="l">
              <ns1:defRPr sz="1200" b="0">
                <ns1:solidFill>
                  <ns1:srgbClr val="657187"/>
                </ns1:solidFill>
              </ns1:defRPr>
            </ns1:lvl2pPr>
            <ns1:lvl3pPr algn="l">
              <ns1:defRPr sz="1200" b="0">
                <ns1:solidFill>
                  <ns1:srgbClr val="657187"/>
                </ns1:solidFill>
              </ns1:defRPr>
            </ns1:lvl3pPr>
            <ns1:lvl4pPr algn="l">
              <ns1:defRPr sz="1200" b="0">
                <ns1:solidFill>
                  <ns1:srgbClr val="657187"/>
                </ns1:solidFill>
              </ns1:defRPr>
            </ns1:lvl4pPr>
            <ns1:lvl5pPr algn="l">
              <ns1:defRPr sz="1200" b="0">
                <ns1:solidFill>
                  <ns1:srgbClr val="657187"/>
                </ns1:solidFill>
              </ns1:defRPr>
            </ns1:lvl5pPr>
            <ns1:lvl6pPr algn="l">
              <ns1:defRPr sz="1200" b="0">
                <ns1:solidFill>
                  <ns1:srgbClr val="657187"/>
                </ns1:solidFill>
              </ns1:defRPr>
            </ns1:lvl6pPr>
            <ns1:lvl7pPr algn="l">
              <ns1:defRPr sz="1200" b="0">
                <ns1:solidFill>
                  <ns1:srgbClr val="657187"/>
                </ns1:solidFill>
              </ns1:defRPr>
            </ns1:lvl7pPr>
            <ns1:lvl8pPr algn="l">
              <ns1:defRPr sz="1200" b="0">
                <ns1:solidFill>
                  <ns1:srgbClr val="657187"/>
                </ns1:solidFill>
              </ns1:defRPr>
            </ns1:lvl8pPr>
            <ns1:lvl9pPr algn="l">
              <ns1:defRPr sz="1200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200" b="0">
                <ns1:solidFill>
                  <ns1:srgbClr val="657187"/>
                </ns1:solidFill>
              </ns1:defRPr>
            </ns1:pPr>
            <ns1:r>
              <ns1:rPr sz="1200" b="0" lang="ru-RU">
                <ns1:solidFill>
                  <ns1:srgbClr val="657187"/>
                </ns1:solidFill>
              </ns1:rPr>
              <ns1:t>Файлы и материалы</ns1:t>
            </ns1:r>
          </ns1:p>
        </ns0:txBody>
      </ns0:sp>
      <ns0:sp>
        <ns0:nvSpPr>
          <ns0:cNvPr id="29" name="">
            <ns1:extLst>
              <ns1:ext uri="{FF2B5EF4-FFF2-40B4-BE49-F238E27FC236}">
                <ns2:creationId id="{68DD2CA3-C3E0-47D2-A605-6DDA3616271E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47625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825" b="1">
                <ns1:solidFill>
                  <ns1:srgbClr val="657187"/>
                </ns1:solidFill>
              </ns1:defRPr>
            </ns1:defPPr>
            <ns1:lvl1pPr algn="l">
              <ns1:defRPr sz="825" b="1">
                <ns1:solidFill>
                  <ns1:srgbClr val="657187"/>
                </ns1:solidFill>
              </ns1:defRPr>
            </ns1:lvl1pPr>
            <ns1:lvl2pPr algn="l">
              <ns1:defRPr sz="825" b="1">
                <ns1:solidFill>
                  <ns1:srgbClr val="657187"/>
                </ns1:solidFill>
              </ns1:defRPr>
            </ns1:lvl2pPr>
            <ns1:lvl3pPr algn="l">
              <ns1:defRPr sz="825" b="1">
                <ns1:solidFill>
                  <ns1:srgbClr val="657187"/>
                </ns1:solidFill>
              </ns1:defRPr>
            </ns1:lvl3pPr>
            <ns1:lvl4pPr algn="l">
              <ns1:defRPr sz="825" b="1">
                <ns1:solidFill>
                  <ns1:srgbClr val="657187"/>
                </ns1:solidFill>
              </ns1:defRPr>
            </ns1:lvl4pPr>
            <ns1:lvl5pPr algn="l">
              <ns1:defRPr sz="825" b="1">
                <ns1:solidFill>
                  <ns1:srgbClr val="657187"/>
                </ns1:solidFill>
              </ns1:defRPr>
            </ns1:lvl5pPr>
            <ns1:lvl6pPr algn="l">
              <ns1:defRPr sz="825" b="1">
                <ns1:solidFill>
                  <ns1:srgbClr val="657187"/>
                </ns1:solidFill>
              </ns1:defRPr>
            </ns1:lvl6pPr>
            <ns1:lvl7pPr algn="l">
              <ns1:defRPr sz="825" b="1">
                <ns1:solidFill>
                  <ns1:srgbClr val="657187"/>
                </ns1:solidFill>
              </ns1:defRPr>
            </ns1:lvl7pPr>
            <ns1:lvl8pPr algn="l">
              <ns1:defRPr sz="825" b="1">
                <ns1:solidFill>
                  <ns1:srgbClr val="657187"/>
                </ns1:solidFill>
              </ns1:defRPr>
            </ns1:lvl8pPr>
            <ns1:lvl9pPr algn="l">
              <ns1:defRPr sz="825" b="1">
                <ns1:solidFill>
                  <ns1:srgbClr val="657187"/>
                </ns1:solidFill>
              </ns1:defRPr>
            </ns1:lvl9pPr>
          </ns1:lstStyle>
          <ns1:p>
            <ns1:pPr algn="l">
              <ns1:defRPr sz="825" b="1">
                <ns1:solidFill>
                  <ns1:srgbClr val="657187"/>
                </ns1:solidFill>
              </ns1:defRPr>
            </ns1:pPr>
            <ns1:r>
              <ns1:rPr sz="825" b="1" lang="ru-RU">
                <ns1:solidFill>
                  <ns1:srgbClr val="657187"/>
                </ns1:solidFill>
              </ns1:rPr>
              <ns1:t>KOPYTOV DIGITAL  /  О КОМПАНИИ</ns1:t>
            </ns1:r>
          </ns1:p>
        </ns0:txBody>
      </ns0:sp>
      <ns0:sp>
        <ns0:nvSpPr>
          <ns0:cNvPr id="30" name="">
            <ns1:extLst>
              <ns1:ext uri="{FF2B5EF4-FFF2-40B4-BE49-F238E27FC236}">
                <ns2:creationId id="{538817D1-72E0-4149-AB36-ED3E099269CD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6438900"/>
            <ns1:ext cx="666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657187"/>
                </ns1:solidFill>
              </ns1:defRPr>
            </ns1:defPPr>
            <ns1:lvl1pPr algn="r">
              <ns1:defRPr sz="900" b="1">
                <ns1:solidFill>
                  <ns1:srgbClr val="657187"/>
                </ns1:solidFill>
              </ns1:defRPr>
            </ns1:lvl1pPr>
            <ns1:lvl2pPr algn="r">
              <ns1:defRPr sz="900" b="1">
                <ns1:solidFill>
                  <ns1:srgbClr val="657187"/>
                </ns1:solidFill>
              </ns1:defRPr>
            </ns1:lvl2pPr>
            <ns1:lvl3pPr algn="r">
              <ns1:defRPr sz="900" b="1">
                <ns1:solidFill>
                  <ns1:srgbClr val="657187"/>
                </ns1:solidFill>
              </ns1:defRPr>
            </ns1:lvl3pPr>
            <ns1:lvl4pPr algn="r">
              <ns1:defRPr sz="900" b="1">
                <ns1:solidFill>
                  <ns1:srgbClr val="657187"/>
                </ns1:solidFill>
              </ns1:defRPr>
            </ns1:lvl4pPr>
            <ns1:lvl5pPr algn="r">
              <ns1:defRPr sz="900" b="1">
                <ns1:solidFill>
                  <ns1:srgbClr val="657187"/>
                </ns1:solidFill>
              </ns1:defRPr>
            </ns1:lvl5pPr>
            <ns1:lvl6pPr algn="r">
              <ns1:defRPr sz="900" b="1">
                <ns1:solidFill>
                  <ns1:srgbClr val="657187"/>
                </ns1:solidFill>
              </ns1:defRPr>
            </ns1:lvl6pPr>
            <ns1:lvl7pPr algn="r">
              <ns1:defRPr sz="900" b="1">
                <ns1:solidFill>
                  <ns1:srgbClr val="657187"/>
                </ns1:solidFill>
              </ns1:defRPr>
            </ns1:lvl7pPr>
            <ns1:lvl8pPr algn="r">
              <ns1:defRPr sz="900" b="1">
                <ns1:solidFill>
                  <ns1:srgbClr val="657187"/>
                </ns1:solidFill>
              </ns1:defRPr>
            </ns1:lvl8pPr>
            <ns1:lvl9pPr algn="r">
              <ns1:defRPr sz="900" b="1">
                <ns1:solidFill>
                  <ns1:srgbClr val="657187"/>
                </ns1:solidFill>
              </ns1:defRPr>
            </ns1:lvl9pPr>
          </ns1:lstStyle>
          <ns1:p>
            <ns1:pPr algn="r">
              <ns1:defRPr sz="900" b="1">
                <ns1:solidFill>
                  <ns1:srgbClr val="657187"/>
                </ns1:solidFill>
              </ns1:defRPr>
            </ns1:pPr>
            <ns1:r>
              <ns1:rPr sz="900" b="1" lang="ru-RU">
                <ns1:solidFill>
                  <ns1:srgbClr val="657187"/>
                </ns1:solidFill>
              </ns1:rPr>
              <ns1:t>05</ns1:t>
            </ns1:r>
          </ns1:p>
        </ns0:txBody>
      </ns0:sp>
    </ns0:spTree>
    <ns0:extLst>
      <ns0:ext uri="{BB962C8B-B14F-4D97-AF65-F5344CB8AC3E}">
        <ns3:creationId val="56921783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3" name="">
            <ns1:extLst>
              <ns1:ext uri="{FF2B5EF4-FFF2-40B4-BE49-F238E27FC236}">
                <ns2:creationId id="{E9134321-039E-4DC8-8F39-6B36044EDBA3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28625"/>
            <ns1:ext cx="36195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75" b="1">
                <ns1:solidFill>
                  <ns1:srgbClr val="246BFD"/>
                </ns1:solidFill>
              </ns1:defRPr>
            </ns1:defPPr>
            <ns1:lvl1pPr algn="l">
              <ns1:defRPr sz="975" b="1">
                <ns1:solidFill>
                  <ns1:srgbClr val="246BFD"/>
                </ns1:solidFill>
              </ns1:defRPr>
            </ns1:lvl1pPr>
            <ns1:lvl2pPr algn="l">
              <ns1:defRPr sz="975" b="1">
                <ns1:solidFill>
                  <ns1:srgbClr val="246BFD"/>
                </ns1:solidFill>
              </ns1:defRPr>
            </ns1:lvl2pPr>
            <ns1:lvl3pPr algn="l">
              <ns1:defRPr sz="975" b="1">
                <ns1:solidFill>
                  <ns1:srgbClr val="246BFD"/>
                </ns1:solidFill>
              </ns1:defRPr>
            </ns1:lvl3pPr>
            <ns1:lvl4pPr algn="l">
              <ns1:defRPr sz="975" b="1">
                <ns1:solidFill>
                  <ns1:srgbClr val="246BFD"/>
                </ns1:solidFill>
              </ns1:defRPr>
            </ns1:lvl4pPr>
            <ns1:lvl5pPr algn="l">
              <ns1:defRPr sz="975" b="1">
                <ns1:solidFill>
                  <ns1:srgbClr val="246BFD"/>
                </ns1:solidFill>
              </ns1:defRPr>
            </ns1:lvl5pPr>
            <ns1:lvl6pPr algn="l">
              <ns1:defRPr sz="975" b="1">
                <ns1:solidFill>
                  <ns1:srgbClr val="246BFD"/>
                </ns1:solidFill>
              </ns1:defRPr>
            </ns1:lvl6pPr>
            <ns1:lvl7pPr algn="l">
              <ns1:defRPr sz="975" b="1">
                <ns1:solidFill>
                  <ns1:srgbClr val="246BFD"/>
                </ns1:solidFill>
              </ns1:defRPr>
            </ns1:lvl7pPr>
            <ns1:lvl8pPr algn="l">
              <ns1:defRPr sz="975" b="1">
                <ns1:solidFill>
                  <ns1:srgbClr val="246BFD"/>
                </ns1:solidFill>
              </ns1:defRPr>
            </ns1:lvl8pPr>
            <ns1:lvl9pPr algn="l">
              <ns1:defRPr sz="9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975" b="1">
                <ns1:solidFill>
                  <ns1:srgbClr val="246BFD"/>
                </ns1:solidFill>
              </ns1:defRPr>
            </ns1:pPr>
            <ns1:r>
              <ns1:rPr sz="975" b="1" lang="ru-RU">
                <ns1:solidFill>
                  <ns1:srgbClr val="246BFD"/>
                </ns1:solidFill>
              </ns1:rPr>
              <ns1:t>ПОРТФОЛИО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A38A3FBA-8631-4E19-B4E5-31DEB6FE80B8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781050"/>
            <ns1:ext cx="10572750" cy="8191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131B2B"/>
                </ns1:solidFill>
              </ns1:defRPr>
            </ns1:defPPr>
            <ns1:lvl1pPr algn="l">
              <ns1:defRPr sz="3150" b="1">
                <ns1:solidFill>
                  <ns1:srgbClr val="131B2B"/>
                </ns1:solidFill>
              </ns1:defRPr>
            </ns1:lvl1pPr>
            <ns1:lvl2pPr algn="l">
              <ns1:defRPr sz="3150" b="1">
                <ns1:solidFill>
                  <ns1:srgbClr val="131B2B"/>
                </ns1:solidFill>
              </ns1:defRPr>
            </ns1:lvl2pPr>
            <ns1:lvl3pPr algn="l">
              <ns1:defRPr sz="3150" b="1">
                <ns1:solidFill>
                  <ns1:srgbClr val="131B2B"/>
                </ns1:solidFill>
              </ns1:defRPr>
            </ns1:lvl3pPr>
            <ns1:lvl4pPr algn="l">
              <ns1:defRPr sz="3150" b="1">
                <ns1:solidFill>
                  <ns1:srgbClr val="131B2B"/>
                </ns1:solidFill>
              </ns1:defRPr>
            </ns1:lvl4pPr>
            <ns1:lvl5pPr algn="l">
              <ns1:defRPr sz="3150" b="1">
                <ns1:solidFill>
                  <ns1:srgbClr val="131B2B"/>
                </ns1:solidFill>
              </ns1:defRPr>
            </ns1:lvl5pPr>
            <ns1:lvl6pPr algn="l">
              <ns1:defRPr sz="3150" b="1">
                <ns1:solidFill>
                  <ns1:srgbClr val="131B2B"/>
                </ns1:solidFill>
              </ns1:defRPr>
            </ns1:lvl6pPr>
            <ns1:lvl7pPr algn="l">
              <ns1:defRPr sz="3150" b="1">
                <ns1:solidFill>
                  <ns1:srgbClr val="131B2B"/>
                </ns1:solidFill>
              </ns1:defRPr>
            </ns1:lvl7pPr>
            <ns1:lvl8pPr algn="l">
              <ns1:defRPr sz="3150" b="1">
                <ns1:solidFill>
                  <ns1:srgbClr val="131B2B"/>
                </ns1:solidFill>
              </ns1:defRPr>
            </ns1:lvl8pPr>
            <ns1:lvl9pPr algn="l">
              <ns1:defRPr sz="31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3150" b="1">
                <ns1:solidFill>
                  <ns1:srgbClr val="131B2B"/>
                </ns1:solidFill>
              </ns1:defRPr>
            </ns1:pPr>
            <ns1:r>
              <ns1:rPr sz="3150" b="1" lang="ru-RU">
                <ns1:solidFill>
                  <ns1:srgbClr val="131B2B"/>
                </ns1:solidFill>
              </ns1:rPr>
              <ns1:t>Примеры типов проектов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6FD3D14C-E7C2-4BF2-9F2C-EB6D1B44765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638300"/>
            <ns1:ext cx="100965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425" b="0">
                <ns1:solidFill>
                  <ns1:srgbClr val="657187"/>
                </ns1:solidFill>
              </ns1:defRPr>
            </ns1:defPPr>
            <ns1:lvl1pPr algn="l">
              <ns1:defRPr sz="1425" b="0">
                <ns1:solidFill>
                  <ns1:srgbClr val="657187"/>
                </ns1:solidFill>
              </ns1:defRPr>
            </ns1:lvl1pPr>
            <ns1:lvl2pPr algn="l">
              <ns1:defRPr sz="1425" b="0">
                <ns1:solidFill>
                  <ns1:srgbClr val="657187"/>
                </ns1:solidFill>
              </ns1:defRPr>
            </ns1:lvl2pPr>
            <ns1:lvl3pPr algn="l">
              <ns1:defRPr sz="1425" b="0">
                <ns1:solidFill>
                  <ns1:srgbClr val="657187"/>
                </ns1:solidFill>
              </ns1:defRPr>
            </ns1:lvl3pPr>
            <ns1:lvl4pPr algn="l">
              <ns1:defRPr sz="1425" b="0">
                <ns1:solidFill>
                  <ns1:srgbClr val="657187"/>
                </ns1:solidFill>
              </ns1:defRPr>
            </ns1:lvl4pPr>
            <ns1:lvl5pPr algn="l">
              <ns1:defRPr sz="1425" b="0">
                <ns1:solidFill>
                  <ns1:srgbClr val="657187"/>
                </ns1:solidFill>
              </ns1:defRPr>
            </ns1:lvl5pPr>
            <ns1:lvl6pPr algn="l">
              <ns1:defRPr sz="1425" b="0">
                <ns1:solidFill>
                  <ns1:srgbClr val="657187"/>
                </ns1:solidFill>
              </ns1:defRPr>
            </ns1:lvl6pPr>
            <ns1:lvl7pPr algn="l">
              <ns1:defRPr sz="1425" b="0">
                <ns1:solidFill>
                  <ns1:srgbClr val="657187"/>
                </ns1:solidFill>
              </ns1:defRPr>
            </ns1:lvl7pPr>
            <ns1:lvl8pPr algn="l">
              <ns1:defRPr sz="1425" b="0">
                <ns1:solidFill>
                  <ns1:srgbClr val="657187"/>
                </ns1:solidFill>
              </ns1:defRPr>
            </ns1:lvl8pPr>
            <ns1:lvl9pPr algn="l">
              <ns1:defRPr sz="1425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425" b="0">
                <ns1:solidFill>
                  <ns1:srgbClr val="657187"/>
                </ns1:solidFill>
              </ns1:defRPr>
            </ns1:pPr>
            <ns1:r>
              <ns1:rPr sz="1425" b="0" lang="ru-RU">
                <ns1:solidFill>
                  <ns1:srgbClr val="657187"/>
                </ns1:solidFill>
              </ns1:rPr>
              <ns1:t>Форматы демонстрационных работ без вымышленных клиентов и показателей.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2F7EBB34-F69E-47C5-98A5-3FFC76C07159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667000"/>
            <ns1:ext cx="5048250" cy="1143000"/>
          </ns1:xfrm>
          <ns1:prstGeom prst="roundRect">
            <ns1:avLst>
              <ns1:gd name="adj" fmla="val 10000"/>
            </ns1:avLst>
          </ns1:prstGeom>
          <ns1:solidFill>
            <ns1:srgbClr val="F4F7FB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59EE189F-4592-499E-B0BF-B01DB1A27DD3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876550"/>
            <ns1:ext cx="476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1">
                <ns1:solidFill>
                  <ns1:srgbClr val="246BFD"/>
                </ns1:solidFill>
              </ns1:defRPr>
            </ns1:defPPr>
            <ns1:lvl1pPr algn="l">
              <ns1:defRPr sz="1275" b="1">
                <ns1:solidFill>
                  <ns1:srgbClr val="246BFD"/>
                </ns1:solidFill>
              </ns1:defRPr>
            </ns1:lvl1pPr>
            <ns1:lvl2pPr algn="l">
              <ns1:defRPr sz="1275" b="1">
                <ns1:solidFill>
                  <ns1:srgbClr val="246BFD"/>
                </ns1:solidFill>
              </ns1:defRPr>
            </ns1:lvl2pPr>
            <ns1:lvl3pPr algn="l">
              <ns1:defRPr sz="1275" b="1">
                <ns1:solidFill>
                  <ns1:srgbClr val="246BFD"/>
                </ns1:solidFill>
              </ns1:defRPr>
            </ns1:lvl3pPr>
            <ns1:lvl4pPr algn="l">
              <ns1:defRPr sz="1275" b="1">
                <ns1:solidFill>
                  <ns1:srgbClr val="246BFD"/>
                </ns1:solidFill>
              </ns1:defRPr>
            </ns1:lvl4pPr>
            <ns1:lvl5pPr algn="l">
              <ns1:defRPr sz="1275" b="1">
                <ns1:solidFill>
                  <ns1:srgbClr val="246BFD"/>
                </ns1:solidFill>
              </ns1:defRPr>
            </ns1:lvl5pPr>
            <ns1:lvl6pPr algn="l">
              <ns1:defRPr sz="1275" b="1">
                <ns1:solidFill>
                  <ns1:srgbClr val="246BFD"/>
                </ns1:solidFill>
              </ns1:defRPr>
            </ns1:lvl6pPr>
            <ns1:lvl7pPr algn="l">
              <ns1:defRPr sz="1275" b="1">
                <ns1:solidFill>
                  <ns1:srgbClr val="246BFD"/>
                </ns1:solidFill>
              </ns1:defRPr>
            </ns1:lvl7pPr>
            <ns1:lvl8pPr algn="l">
              <ns1:defRPr sz="1275" b="1">
                <ns1:solidFill>
                  <ns1:srgbClr val="246BFD"/>
                </ns1:solidFill>
              </ns1:defRPr>
            </ns1:lvl8pPr>
            <ns1:lvl9pPr algn="l">
              <ns1:defRPr sz="12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275" b="1">
                <ns1:solidFill>
                  <ns1:srgbClr val="246BFD"/>
                </ns1:solidFill>
              </ns1:defRPr>
            </ns1:pPr>
            <ns1:r>
              <ns1:rPr sz="1275" b="1" lang="ru-RU">
                <ns1:solidFill>
                  <ns1:srgbClr val="246BFD"/>
                </ns1:solidFill>
              </ns1:rPr>
              <ns1:t>01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3F00489B-71F9-45D3-8D43-B428FCB2F92C}"/>
              </ns1:ext>
            </ns1:extLst>
          </ns0:cNvPr>
          <ns0:cNvSpPr>
            <ns1:spLocks noGrp="1"/>
          </ns0:cNvSpPr>
          <ns0:nvPr/>
        </ns0:nvSpPr>
        <ns0:spPr>
          <ns1:xfrm>
            <ns1:off x="1504950" y="2838450"/>
            <ns1:ext cx="385762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31B2B"/>
                </ns1:solidFill>
              </ns1:defRPr>
            </ns1:defPPr>
            <ns1:lvl1pPr algn="l">
              <ns1:defRPr sz="1725" b="1">
                <ns1:solidFill>
                  <ns1:srgbClr val="131B2B"/>
                </ns1:solidFill>
              </ns1:defRPr>
            </ns1:lvl1pPr>
            <ns1:lvl2pPr algn="l">
              <ns1:defRPr sz="1725" b="1">
                <ns1:solidFill>
                  <ns1:srgbClr val="131B2B"/>
                </ns1:solidFill>
              </ns1:defRPr>
            </ns1:lvl2pPr>
            <ns1:lvl3pPr algn="l">
              <ns1:defRPr sz="1725" b="1">
                <ns1:solidFill>
                  <ns1:srgbClr val="131B2B"/>
                </ns1:solidFill>
              </ns1:defRPr>
            </ns1:lvl3pPr>
            <ns1:lvl4pPr algn="l">
              <ns1:defRPr sz="1725" b="1">
                <ns1:solidFill>
                  <ns1:srgbClr val="131B2B"/>
                </ns1:solidFill>
              </ns1:defRPr>
            </ns1:lvl4pPr>
            <ns1:lvl5pPr algn="l">
              <ns1:defRPr sz="1725" b="1">
                <ns1:solidFill>
                  <ns1:srgbClr val="131B2B"/>
                </ns1:solidFill>
              </ns1:defRPr>
            </ns1:lvl5pPr>
            <ns1:lvl6pPr algn="l">
              <ns1:defRPr sz="1725" b="1">
                <ns1:solidFill>
                  <ns1:srgbClr val="131B2B"/>
                </ns1:solidFill>
              </ns1:defRPr>
            </ns1:lvl6pPr>
            <ns1:lvl7pPr algn="l">
              <ns1:defRPr sz="1725" b="1">
                <ns1:solidFill>
                  <ns1:srgbClr val="131B2B"/>
                </ns1:solidFill>
              </ns1:defRPr>
            </ns1:lvl7pPr>
            <ns1:lvl8pPr algn="l">
              <ns1:defRPr sz="1725" b="1">
                <ns1:solidFill>
                  <ns1:srgbClr val="131B2B"/>
                </ns1:solidFill>
              </ns1:defRPr>
            </ns1:lvl8pPr>
            <ns1:lvl9pPr algn="l">
              <ns1:defRPr sz="1725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725" b="1">
                <ns1:solidFill>
                  <ns1:srgbClr val="131B2B"/>
                </ns1:solidFill>
              </ns1:defRPr>
            </ns1:pPr>
            <ns1:r>
              <ns1:rPr sz="1725" b="1" lang="ru-RU">
                <ns1:solidFill>
                  <ns1:srgbClr val="131B2B"/>
                </ns1:solidFill>
              </ns1:rPr>
              <ns1:t>Корпоративный сайт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4181311A-CD6F-4EEF-A934-03DC5FD3794C}"/>
              </ns1:ext>
            </ns1:extLst>
          </ns0:cNvPr>
          <ns0:cNvSpPr>
            <ns1:spLocks noGrp="1"/>
          </ns0:cNvSpPr>
          <ns0:nvPr/>
        </ns0:nvSpPr>
        <ns0:spPr>
          <ns1:xfrm>
            <ns1:off x="1504950" y="3219450"/>
            <ns1:ext cx="385762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657187"/>
                </ns1:solidFill>
              </ns1:defRPr>
            </ns1:defPPr>
            <ns1:lvl1pPr algn="l">
              <ns1:defRPr sz="1200" b="0">
                <ns1:solidFill>
                  <ns1:srgbClr val="657187"/>
                </ns1:solidFill>
              </ns1:defRPr>
            </ns1:lvl1pPr>
            <ns1:lvl2pPr algn="l">
              <ns1:defRPr sz="1200" b="0">
                <ns1:solidFill>
                  <ns1:srgbClr val="657187"/>
                </ns1:solidFill>
              </ns1:defRPr>
            </ns1:lvl2pPr>
            <ns1:lvl3pPr algn="l">
              <ns1:defRPr sz="1200" b="0">
                <ns1:solidFill>
                  <ns1:srgbClr val="657187"/>
                </ns1:solidFill>
              </ns1:defRPr>
            </ns1:lvl3pPr>
            <ns1:lvl4pPr algn="l">
              <ns1:defRPr sz="1200" b="0">
                <ns1:solidFill>
                  <ns1:srgbClr val="657187"/>
                </ns1:solidFill>
              </ns1:defRPr>
            </ns1:lvl4pPr>
            <ns1:lvl5pPr algn="l">
              <ns1:defRPr sz="1200" b="0">
                <ns1:solidFill>
                  <ns1:srgbClr val="657187"/>
                </ns1:solidFill>
              </ns1:defRPr>
            </ns1:lvl5pPr>
            <ns1:lvl6pPr algn="l">
              <ns1:defRPr sz="1200" b="0">
                <ns1:solidFill>
                  <ns1:srgbClr val="657187"/>
                </ns1:solidFill>
              </ns1:defRPr>
            </ns1:lvl6pPr>
            <ns1:lvl7pPr algn="l">
              <ns1:defRPr sz="1200" b="0">
                <ns1:solidFill>
                  <ns1:srgbClr val="657187"/>
                </ns1:solidFill>
              </ns1:defRPr>
            </ns1:lvl7pPr>
            <ns1:lvl8pPr algn="l">
              <ns1:defRPr sz="1200" b="0">
                <ns1:solidFill>
                  <ns1:srgbClr val="657187"/>
                </ns1:solidFill>
              </ns1:defRPr>
            </ns1:lvl8pPr>
            <ns1:lvl9pPr algn="l">
              <ns1:defRPr sz="1200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200" b="0">
                <ns1:solidFill>
                  <ns1:srgbClr val="657187"/>
                </ns1:solidFill>
              </ns1:defRPr>
            </ns1:pPr>
            <ns1:r>
              <ns1:rPr sz="1200" b="0" lang="ru-RU">
                <ns1:solidFill>
                  <ns1:srgbClr val="657187"/>
                </ns1:solidFill>
              </ns1:rPr>
              <ns1:t>Страницы услуг, формы и адаптивная версия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4709368A-C643-4047-9D10-0531C396F795}"/>
              </ns1:ext>
            </ns1:extLst>
          </ns0:cNvPr>
          <ns0:cNvSpPr>
            <ns1:spLocks noGrp="1"/>
          </ns0:cNvSpPr>
          <ns0:nvPr/>
        </ns0:nvSpPr>
        <ns0:spPr>
          <ns1:xfrm>
            <ns1:off x="6096000" y="2667000"/>
            <ns1:ext cx="5048250" cy="1143000"/>
          </ns1:xfrm>
          <ns1:prstGeom prst="roundRect">
            <ns1:avLst>
              <ns1:gd name="adj" fmla="val 10000"/>
            </ns1:avLst>
          </ns1:prstGeom>
          <ns1:solidFill>
            <ns1:srgbClr val="F4F7FB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244F29D2-7F57-4113-A774-A63B96B2F3A1}"/>
              </ns1:ext>
            </ns1:extLst>
          </ns0:cNvPr>
          <ns0:cNvSpPr>
            <ns1:spLocks noGrp="1"/>
          </ns0:cNvSpPr>
          <ns0:nvPr/>
        </ns0:nvSpPr>
        <ns0:spPr>
          <ns1:xfrm>
            <ns1:off x="6343650" y="2876550"/>
            <ns1:ext cx="476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1">
                <ns1:solidFill>
                  <ns1:srgbClr val="246BFD"/>
                </ns1:solidFill>
              </ns1:defRPr>
            </ns1:defPPr>
            <ns1:lvl1pPr algn="l">
              <ns1:defRPr sz="1275" b="1">
                <ns1:solidFill>
                  <ns1:srgbClr val="246BFD"/>
                </ns1:solidFill>
              </ns1:defRPr>
            </ns1:lvl1pPr>
            <ns1:lvl2pPr algn="l">
              <ns1:defRPr sz="1275" b="1">
                <ns1:solidFill>
                  <ns1:srgbClr val="246BFD"/>
                </ns1:solidFill>
              </ns1:defRPr>
            </ns1:lvl2pPr>
            <ns1:lvl3pPr algn="l">
              <ns1:defRPr sz="1275" b="1">
                <ns1:solidFill>
                  <ns1:srgbClr val="246BFD"/>
                </ns1:solidFill>
              </ns1:defRPr>
            </ns1:lvl3pPr>
            <ns1:lvl4pPr algn="l">
              <ns1:defRPr sz="1275" b="1">
                <ns1:solidFill>
                  <ns1:srgbClr val="246BFD"/>
                </ns1:solidFill>
              </ns1:defRPr>
            </ns1:lvl4pPr>
            <ns1:lvl5pPr algn="l">
              <ns1:defRPr sz="1275" b="1">
                <ns1:solidFill>
                  <ns1:srgbClr val="246BFD"/>
                </ns1:solidFill>
              </ns1:defRPr>
            </ns1:lvl5pPr>
            <ns1:lvl6pPr algn="l">
              <ns1:defRPr sz="1275" b="1">
                <ns1:solidFill>
                  <ns1:srgbClr val="246BFD"/>
                </ns1:solidFill>
              </ns1:defRPr>
            </ns1:lvl6pPr>
            <ns1:lvl7pPr algn="l">
              <ns1:defRPr sz="1275" b="1">
                <ns1:solidFill>
                  <ns1:srgbClr val="246BFD"/>
                </ns1:solidFill>
              </ns1:defRPr>
            </ns1:lvl7pPr>
            <ns1:lvl8pPr algn="l">
              <ns1:defRPr sz="1275" b="1">
                <ns1:solidFill>
                  <ns1:srgbClr val="246BFD"/>
                </ns1:solidFill>
              </ns1:defRPr>
            </ns1:lvl8pPr>
            <ns1:lvl9pPr algn="l">
              <ns1:defRPr sz="12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275" b="1">
                <ns1:solidFill>
                  <ns1:srgbClr val="246BFD"/>
                </ns1:solidFill>
              </ns1:defRPr>
            </ns1:pPr>
            <ns1:r>
              <ns1:rPr sz="1275" b="1" lang="ru-RU">
                <ns1:solidFill>
                  <ns1:srgbClr val="246BFD"/>
                </ns1:solidFill>
              </ns1:rPr>
              <ns1:t>02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6B49F141-2777-4916-95C7-813D8747367A}"/>
              </ns1:ext>
            </ns1:extLst>
          </ns0:cNvPr>
          <ns0:cNvSpPr>
            <ns1:spLocks noGrp="1"/>
          </ns0:cNvSpPr>
          <ns0:nvPr/>
        </ns0:nvSpPr>
        <ns0:spPr>
          <ns1:xfrm>
            <ns1:off x="6934200" y="2838450"/>
            <ns1:ext cx="385762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31B2B"/>
                </ns1:solidFill>
              </ns1:defRPr>
            </ns1:defPPr>
            <ns1:lvl1pPr algn="l">
              <ns1:defRPr sz="1725" b="1">
                <ns1:solidFill>
                  <ns1:srgbClr val="131B2B"/>
                </ns1:solidFill>
              </ns1:defRPr>
            </ns1:lvl1pPr>
            <ns1:lvl2pPr algn="l">
              <ns1:defRPr sz="1725" b="1">
                <ns1:solidFill>
                  <ns1:srgbClr val="131B2B"/>
                </ns1:solidFill>
              </ns1:defRPr>
            </ns1:lvl2pPr>
            <ns1:lvl3pPr algn="l">
              <ns1:defRPr sz="1725" b="1">
                <ns1:solidFill>
                  <ns1:srgbClr val="131B2B"/>
                </ns1:solidFill>
              </ns1:defRPr>
            </ns1:lvl3pPr>
            <ns1:lvl4pPr algn="l">
              <ns1:defRPr sz="1725" b="1">
                <ns1:solidFill>
                  <ns1:srgbClr val="131B2B"/>
                </ns1:solidFill>
              </ns1:defRPr>
            </ns1:lvl4pPr>
            <ns1:lvl5pPr algn="l">
              <ns1:defRPr sz="1725" b="1">
                <ns1:solidFill>
                  <ns1:srgbClr val="131B2B"/>
                </ns1:solidFill>
              </ns1:defRPr>
            </ns1:lvl5pPr>
            <ns1:lvl6pPr algn="l">
              <ns1:defRPr sz="1725" b="1">
                <ns1:solidFill>
                  <ns1:srgbClr val="131B2B"/>
                </ns1:solidFill>
              </ns1:defRPr>
            </ns1:lvl6pPr>
            <ns1:lvl7pPr algn="l">
              <ns1:defRPr sz="1725" b="1">
                <ns1:solidFill>
                  <ns1:srgbClr val="131B2B"/>
                </ns1:solidFill>
              </ns1:defRPr>
            </ns1:lvl7pPr>
            <ns1:lvl8pPr algn="l">
              <ns1:defRPr sz="1725" b="1">
                <ns1:solidFill>
                  <ns1:srgbClr val="131B2B"/>
                </ns1:solidFill>
              </ns1:defRPr>
            </ns1:lvl8pPr>
            <ns1:lvl9pPr algn="l">
              <ns1:defRPr sz="1725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725" b="1">
                <ns1:solidFill>
                  <ns1:srgbClr val="131B2B"/>
                </ns1:solidFill>
              </ns1:defRPr>
            </ns1:pPr>
            <ns1:r>
              <ns1:rPr sz="1725" b="1" lang="ru-RU">
                <ns1:solidFill>
                  <ns1:srgbClr val="131B2B"/>
                </ns1:solidFill>
              </ns1:rPr>
              <ns1:t>Интерфейс CRM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41C274BA-957B-47D8-A8A7-2520FCB119E3}"/>
              </ns1:ext>
            </ns1:extLst>
          </ns0:cNvPr>
          <ns0:cNvSpPr>
            <ns1:spLocks noGrp="1"/>
          </ns0:cNvSpPr>
          <ns0:nvPr/>
        </ns0:nvSpPr>
        <ns0:spPr>
          <ns1:xfrm>
            <ns1:off x="6934200" y="3219450"/>
            <ns1:ext cx="385762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657187"/>
                </ns1:solidFill>
              </ns1:defRPr>
            </ns1:defPPr>
            <ns1:lvl1pPr algn="l">
              <ns1:defRPr sz="1200" b="0">
                <ns1:solidFill>
                  <ns1:srgbClr val="657187"/>
                </ns1:solidFill>
              </ns1:defRPr>
            </ns1:lvl1pPr>
            <ns1:lvl2pPr algn="l">
              <ns1:defRPr sz="1200" b="0">
                <ns1:solidFill>
                  <ns1:srgbClr val="657187"/>
                </ns1:solidFill>
              </ns1:defRPr>
            </ns1:lvl2pPr>
            <ns1:lvl3pPr algn="l">
              <ns1:defRPr sz="1200" b="0">
                <ns1:solidFill>
                  <ns1:srgbClr val="657187"/>
                </ns1:solidFill>
              </ns1:defRPr>
            </ns1:lvl3pPr>
            <ns1:lvl4pPr algn="l">
              <ns1:defRPr sz="1200" b="0">
                <ns1:solidFill>
                  <ns1:srgbClr val="657187"/>
                </ns1:solidFill>
              </ns1:defRPr>
            </ns1:lvl4pPr>
            <ns1:lvl5pPr algn="l">
              <ns1:defRPr sz="1200" b="0">
                <ns1:solidFill>
                  <ns1:srgbClr val="657187"/>
                </ns1:solidFill>
              </ns1:defRPr>
            </ns1:lvl5pPr>
            <ns1:lvl6pPr algn="l">
              <ns1:defRPr sz="1200" b="0">
                <ns1:solidFill>
                  <ns1:srgbClr val="657187"/>
                </ns1:solidFill>
              </ns1:defRPr>
            </ns1:lvl6pPr>
            <ns1:lvl7pPr algn="l">
              <ns1:defRPr sz="1200" b="0">
                <ns1:solidFill>
                  <ns1:srgbClr val="657187"/>
                </ns1:solidFill>
              </ns1:defRPr>
            </ns1:lvl7pPr>
            <ns1:lvl8pPr algn="l">
              <ns1:defRPr sz="1200" b="0">
                <ns1:solidFill>
                  <ns1:srgbClr val="657187"/>
                </ns1:solidFill>
              </ns1:defRPr>
            </ns1:lvl8pPr>
            <ns1:lvl9pPr algn="l">
              <ns1:defRPr sz="1200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200" b="0">
                <ns1:solidFill>
                  <ns1:srgbClr val="657187"/>
                </ns1:solidFill>
              </ns1:defRPr>
            </ns1:pPr>
            <ns1:r>
              <ns1:rPr sz="1200" b="0" lang="ru-RU">
                <ns1:solidFill>
                  <ns1:srgbClr val="657187"/>
                </ns1:solidFill>
              </ns1:rPr>
              <ns1:t>Рабочие экраны, статусы и фильтры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1BEEE937-6D77-4536-B59C-AF331D70D2E2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095750"/>
            <ns1:ext cx="5048250" cy="1143000"/>
          </ns1:xfrm>
          <ns1:prstGeom prst="roundRect">
            <ns1:avLst>
              <ns1:gd name="adj" fmla="val 10000"/>
            </ns1:avLst>
          </ns1:prstGeom>
          <ns1:solidFill>
            <ns1:srgbClr val="F4F7FB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13" name="">
            <ns1:extLst>
              <ns1:ext uri="{FF2B5EF4-FFF2-40B4-BE49-F238E27FC236}">
                <ns2:creationId id="{7EF1ECAC-41D4-49A3-B475-A7378774E05E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305300"/>
            <ns1:ext cx="476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1">
                <ns1:solidFill>
                  <ns1:srgbClr val="246BFD"/>
                </ns1:solidFill>
              </ns1:defRPr>
            </ns1:defPPr>
            <ns1:lvl1pPr algn="l">
              <ns1:defRPr sz="1275" b="1">
                <ns1:solidFill>
                  <ns1:srgbClr val="246BFD"/>
                </ns1:solidFill>
              </ns1:defRPr>
            </ns1:lvl1pPr>
            <ns1:lvl2pPr algn="l">
              <ns1:defRPr sz="1275" b="1">
                <ns1:solidFill>
                  <ns1:srgbClr val="246BFD"/>
                </ns1:solidFill>
              </ns1:defRPr>
            </ns1:lvl2pPr>
            <ns1:lvl3pPr algn="l">
              <ns1:defRPr sz="1275" b="1">
                <ns1:solidFill>
                  <ns1:srgbClr val="246BFD"/>
                </ns1:solidFill>
              </ns1:defRPr>
            </ns1:lvl3pPr>
            <ns1:lvl4pPr algn="l">
              <ns1:defRPr sz="1275" b="1">
                <ns1:solidFill>
                  <ns1:srgbClr val="246BFD"/>
                </ns1:solidFill>
              </ns1:defRPr>
            </ns1:lvl4pPr>
            <ns1:lvl5pPr algn="l">
              <ns1:defRPr sz="1275" b="1">
                <ns1:solidFill>
                  <ns1:srgbClr val="246BFD"/>
                </ns1:solidFill>
              </ns1:defRPr>
            </ns1:lvl5pPr>
            <ns1:lvl6pPr algn="l">
              <ns1:defRPr sz="1275" b="1">
                <ns1:solidFill>
                  <ns1:srgbClr val="246BFD"/>
                </ns1:solidFill>
              </ns1:defRPr>
            </ns1:lvl6pPr>
            <ns1:lvl7pPr algn="l">
              <ns1:defRPr sz="1275" b="1">
                <ns1:solidFill>
                  <ns1:srgbClr val="246BFD"/>
                </ns1:solidFill>
              </ns1:defRPr>
            </ns1:lvl7pPr>
            <ns1:lvl8pPr algn="l">
              <ns1:defRPr sz="1275" b="1">
                <ns1:solidFill>
                  <ns1:srgbClr val="246BFD"/>
                </ns1:solidFill>
              </ns1:defRPr>
            </ns1:lvl8pPr>
            <ns1:lvl9pPr algn="l">
              <ns1:defRPr sz="12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275" b="1">
                <ns1:solidFill>
                  <ns1:srgbClr val="246BFD"/>
                </ns1:solidFill>
              </ns1:defRPr>
            </ns1:pPr>
            <ns1:r>
              <ns1:rPr sz="1275" b="1" lang="ru-RU">
                <ns1:solidFill>
                  <ns1:srgbClr val="246BFD"/>
                </ns1:solidFill>
              </ns1:rPr>
              <ns1:t>03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D1F07772-36F5-4C97-A975-D5E08883C271}"/>
              </ns1:ext>
            </ns1:extLst>
          </ns0:cNvPr>
          <ns0:cNvSpPr>
            <ns1:spLocks noGrp="1"/>
          </ns0:cNvSpPr>
          <ns0:nvPr/>
        </ns0:nvSpPr>
        <ns0:spPr>
          <ns1:xfrm>
            <ns1:off x="1504950" y="4267200"/>
            <ns1:ext cx="385762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31B2B"/>
                </ns1:solidFill>
              </ns1:defRPr>
            </ns1:defPPr>
            <ns1:lvl1pPr algn="l">
              <ns1:defRPr sz="1725" b="1">
                <ns1:solidFill>
                  <ns1:srgbClr val="131B2B"/>
                </ns1:solidFill>
              </ns1:defRPr>
            </ns1:lvl1pPr>
            <ns1:lvl2pPr algn="l">
              <ns1:defRPr sz="1725" b="1">
                <ns1:solidFill>
                  <ns1:srgbClr val="131B2B"/>
                </ns1:solidFill>
              </ns1:defRPr>
            </ns1:lvl2pPr>
            <ns1:lvl3pPr algn="l">
              <ns1:defRPr sz="1725" b="1">
                <ns1:solidFill>
                  <ns1:srgbClr val="131B2B"/>
                </ns1:solidFill>
              </ns1:defRPr>
            </ns1:lvl3pPr>
            <ns1:lvl4pPr algn="l">
              <ns1:defRPr sz="1725" b="1">
                <ns1:solidFill>
                  <ns1:srgbClr val="131B2B"/>
                </ns1:solidFill>
              </ns1:defRPr>
            </ns1:lvl4pPr>
            <ns1:lvl5pPr algn="l">
              <ns1:defRPr sz="1725" b="1">
                <ns1:solidFill>
                  <ns1:srgbClr val="131B2B"/>
                </ns1:solidFill>
              </ns1:defRPr>
            </ns1:lvl5pPr>
            <ns1:lvl6pPr algn="l">
              <ns1:defRPr sz="1725" b="1">
                <ns1:solidFill>
                  <ns1:srgbClr val="131B2B"/>
                </ns1:solidFill>
              </ns1:defRPr>
            </ns1:lvl6pPr>
            <ns1:lvl7pPr algn="l">
              <ns1:defRPr sz="1725" b="1">
                <ns1:solidFill>
                  <ns1:srgbClr val="131B2B"/>
                </ns1:solidFill>
              </ns1:defRPr>
            </ns1:lvl7pPr>
            <ns1:lvl8pPr algn="l">
              <ns1:defRPr sz="1725" b="1">
                <ns1:solidFill>
                  <ns1:srgbClr val="131B2B"/>
                </ns1:solidFill>
              </ns1:defRPr>
            </ns1:lvl8pPr>
            <ns1:lvl9pPr algn="l">
              <ns1:defRPr sz="1725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725" b="1">
                <ns1:solidFill>
                  <ns1:srgbClr val="131B2B"/>
                </ns1:solidFill>
              </ns1:defRPr>
            </ns1:pPr>
            <ns1:r>
              <ns1:rPr sz="1725" b="1" lang="ru-RU">
                <ns1:solidFill>
                  <ns1:srgbClr val="131B2B"/>
                </ns1:solidFill>
              </ns1:rPr>
              <ns1:t>Бот и автоматизация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CCE70CBE-A391-46E7-941D-6322843F1CF8}"/>
              </ns1:ext>
            </ns1:extLst>
          </ns0:cNvPr>
          <ns0:cNvSpPr>
            <ns1:spLocks noGrp="1"/>
          </ns0:cNvSpPr>
          <ns0:nvPr/>
        </ns0:nvSpPr>
        <ns0:spPr>
          <ns1:xfrm>
            <ns1:off x="1504950" y="4648200"/>
            <ns1:ext cx="385762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657187"/>
                </ns1:solidFill>
              </ns1:defRPr>
            </ns1:defPPr>
            <ns1:lvl1pPr algn="l">
              <ns1:defRPr sz="1200" b="0">
                <ns1:solidFill>
                  <ns1:srgbClr val="657187"/>
                </ns1:solidFill>
              </ns1:defRPr>
            </ns1:lvl1pPr>
            <ns1:lvl2pPr algn="l">
              <ns1:defRPr sz="1200" b="0">
                <ns1:solidFill>
                  <ns1:srgbClr val="657187"/>
                </ns1:solidFill>
              </ns1:defRPr>
            </ns1:lvl2pPr>
            <ns1:lvl3pPr algn="l">
              <ns1:defRPr sz="1200" b="0">
                <ns1:solidFill>
                  <ns1:srgbClr val="657187"/>
                </ns1:solidFill>
              </ns1:defRPr>
            </ns1:lvl3pPr>
            <ns1:lvl4pPr algn="l">
              <ns1:defRPr sz="1200" b="0">
                <ns1:solidFill>
                  <ns1:srgbClr val="657187"/>
                </ns1:solidFill>
              </ns1:defRPr>
            </ns1:lvl4pPr>
            <ns1:lvl5pPr algn="l">
              <ns1:defRPr sz="1200" b="0">
                <ns1:solidFill>
                  <ns1:srgbClr val="657187"/>
                </ns1:solidFill>
              </ns1:defRPr>
            </ns1:lvl5pPr>
            <ns1:lvl6pPr algn="l">
              <ns1:defRPr sz="1200" b="0">
                <ns1:solidFill>
                  <ns1:srgbClr val="657187"/>
                </ns1:solidFill>
              </ns1:defRPr>
            </ns1:lvl6pPr>
            <ns1:lvl7pPr algn="l">
              <ns1:defRPr sz="1200" b="0">
                <ns1:solidFill>
                  <ns1:srgbClr val="657187"/>
                </ns1:solidFill>
              </ns1:defRPr>
            </ns1:lvl7pPr>
            <ns1:lvl8pPr algn="l">
              <ns1:defRPr sz="1200" b="0">
                <ns1:solidFill>
                  <ns1:srgbClr val="657187"/>
                </ns1:solidFill>
              </ns1:defRPr>
            </ns1:lvl8pPr>
            <ns1:lvl9pPr algn="l">
              <ns1:defRPr sz="1200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200" b="0">
                <ns1:solidFill>
                  <ns1:srgbClr val="657187"/>
                </ns1:solidFill>
              </ns1:defRPr>
            </ns1:pPr>
            <ns1:r>
              <ns1:rPr sz="1200" b="0" lang="ru-RU">
                <ns1:solidFill>
                  <ns1:srgbClr val="657187"/>
                </ns1:solidFill>
              </ns1:rPr>
              <ns1:t>Приём заявок, уведомления и отчётность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F711F3AC-5144-4D67-B930-592C9AAA511C}"/>
              </ns1:ext>
            </ns1:extLst>
          </ns0:cNvPr>
          <ns0:cNvSpPr>
            <ns1:spLocks noGrp="1"/>
          </ns0:cNvSpPr>
          <ns0:nvPr/>
        </ns0:nvSpPr>
        <ns0:spPr>
          <ns1:xfrm>
            <ns1:off x="6096000" y="4095750"/>
            <ns1:ext cx="5048250" cy="1143000"/>
          </ns1:xfrm>
          <ns1:prstGeom prst="roundRect">
            <ns1:avLst>
              <ns1:gd name="adj" fmla="val 10000"/>
            </ns1:avLst>
          </ns1:prstGeom>
          <ns1:solidFill>
            <ns1:srgbClr val="F4F7FB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17" name="">
            <ns1:extLst>
              <ns1:ext uri="{FF2B5EF4-FFF2-40B4-BE49-F238E27FC236}">
                <ns2:creationId id="{CD064B9B-607D-4881-946D-F552A47AC539}"/>
              </ns1:ext>
            </ns1:extLst>
          </ns0:cNvPr>
          <ns0:cNvSpPr>
            <ns1:spLocks noGrp="1"/>
          </ns0:cNvSpPr>
          <ns0:nvPr/>
        </ns0:nvSpPr>
        <ns0:spPr>
          <ns1:xfrm>
            <ns1:off x="6343650" y="4305300"/>
            <ns1:ext cx="476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1">
                <ns1:solidFill>
                  <ns1:srgbClr val="F47B61"/>
                </ns1:solidFill>
              </ns1:defRPr>
            </ns1:defPPr>
            <ns1:lvl1pPr algn="l">
              <ns1:defRPr sz="1275" b="1">
                <ns1:solidFill>
                  <ns1:srgbClr val="F47B61"/>
                </ns1:solidFill>
              </ns1:defRPr>
            </ns1:lvl1pPr>
            <ns1:lvl2pPr algn="l">
              <ns1:defRPr sz="1275" b="1">
                <ns1:solidFill>
                  <ns1:srgbClr val="F47B61"/>
                </ns1:solidFill>
              </ns1:defRPr>
            </ns1:lvl2pPr>
            <ns1:lvl3pPr algn="l">
              <ns1:defRPr sz="1275" b="1">
                <ns1:solidFill>
                  <ns1:srgbClr val="F47B61"/>
                </ns1:solidFill>
              </ns1:defRPr>
            </ns1:lvl3pPr>
            <ns1:lvl4pPr algn="l">
              <ns1:defRPr sz="1275" b="1">
                <ns1:solidFill>
                  <ns1:srgbClr val="F47B61"/>
                </ns1:solidFill>
              </ns1:defRPr>
            </ns1:lvl4pPr>
            <ns1:lvl5pPr algn="l">
              <ns1:defRPr sz="1275" b="1">
                <ns1:solidFill>
                  <ns1:srgbClr val="F47B61"/>
                </ns1:solidFill>
              </ns1:defRPr>
            </ns1:lvl5pPr>
            <ns1:lvl6pPr algn="l">
              <ns1:defRPr sz="1275" b="1">
                <ns1:solidFill>
                  <ns1:srgbClr val="F47B61"/>
                </ns1:solidFill>
              </ns1:defRPr>
            </ns1:lvl6pPr>
            <ns1:lvl7pPr algn="l">
              <ns1:defRPr sz="1275" b="1">
                <ns1:solidFill>
                  <ns1:srgbClr val="F47B61"/>
                </ns1:solidFill>
              </ns1:defRPr>
            </ns1:lvl7pPr>
            <ns1:lvl8pPr algn="l">
              <ns1:defRPr sz="1275" b="1">
                <ns1:solidFill>
                  <ns1:srgbClr val="F47B61"/>
                </ns1:solidFill>
              </ns1:defRPr>
            </ns1:lvl8pPr>
            <ns1:lvl9pPr algn="l">
              <ns1:defRPr sz="1275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275" b="1">
                <ns1:solidFill>
                  <ns1:srgbClr val="F47B61"/>
                </ns1:solidFill>
              </ns1:defRPr>
            </ns1:pPr>
            <ns1:r>
              <ns1:rPr sz="1275" b="1" lang="ru-RU">
                <ns1:solidFill>
                  <ns1:srgbClr val="F47B61"/>
                </ns1:solidFill>
              </ns1:rPr>
              <ns1:t>04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17A4E9CC-1701-4F7A-981D-72CF6D0C7E6E}"/>
              </ns1:ext>
            </ns1:extLst>
          </ns0:cNvPr>
          <ns0:cNvSpPr>
            <ns1:spLocks noGrp="1"/>
          </ns0:cNvSpPr>
          <ns0:nvPr/>
        </ns0:nvSpPr>
        <ns0:spPr>
          <ns1:xfrm>
            <ns1:off x="6934200" y="4267200"/>
            <ns1:ext cx="385762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31B2B"/>
                </ns1:solidFill>
              </ns1:defRPr>
            </ns1:defPPr>
            <ns1:lvl1pPr algn="l">
              <ns1:defRPr sz="1725" b="1">
                <ns1:solidFill>
                  <ns1:srgbClr val="131B2B"/>
                </ns1:solidFill>
              </ns1:defRPr>
            </ns1:lvl1pPr>
            <ns1:lvl2pPr algn="l">
              <ns1:defRPr sz="1725" b="1">
                <ns1:solidFill>
                  <ns1:srgbClr val="131B2B"/>
                </ns1:solidFill>
              </ns1:defRPr>
            </ns1:lvl2pPr>
            <ns1:lvl3pPr algn="l">
              <ns1:defRPr sz="1725" b="1">
                <ns1:solidFill>
                  <ns1:srgbClr val="131B2B"/>
                </ns1:solidFill>
              </ns1:defRPr>
            </ns1:lvl3pPr>
            <ns1:lvl4pPr algn="l">
              <ns1:defRPr sz="1725" b="1">
                <ns1:solidFill>
                  <ns1:srgbClr val="131B2B"/>
                </ns1:solidFill>
              </ns1:defRPr>
            </ns1:lvl4pPr>
            <ns1:lvl5pPr algn="l">
              <ns1:defRPr sz="1725" b="1">
                <ns1:solidFill>
                  <ns1:srgbClr val="131B2B"/>
                </ns1:solidFill>
              </ns1:defRPr>
            </ns1:lvl5pPr>
            <ns1:lvl6pPr algn="l">
              <ns1:defRPr sz="1725" b="1">
                <ns1:solidFill>
                  <ns1:srgbClr val="131B2B"/>
                </ns1:solidFill>
              </ns1:defRPr>
            </ns1:lvl6pPr>
            <ns1:lvl7pPr algn="l">
              <ns1:defRPr sz="1725" b="1">
                <ns1:solidFill>
                  <ns1:srgbClr val="131B2B"/>
                </ns1:solidFill>
              </ns1:defRPr>
            </ns1:lvl7pPr>
            <ns1:lvl8pPr algn="l">
              <ns1:defRPr sz="1725" b="1">
                <ns1:solidFill>
                  <ns1:srgbClr val="131B2B"/>
                </ns1:solidFill>
              </ns1:defRPr>
            </ns1:lvl8pPr>
            <ns1:lvl9pPr algn="l">
              <ns1:defRPr sz="1725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725" b="1">
                <ns1:solidFill>
                  <ns1:srgbClr val="131B2B"/>
                </ns1:solidFill>
              </ns1:defRPr>
            </ns1:pPr>
            <ns1:r>
              <ns1:rPr sz="1725" b="1" lang="ru-RU">
                <ns1:solidFill>
                  <ns1:srgbClr val="131B2B"/>
                </ns1:solidFill>
              </ns1:rPr>
              <ns1:t>Браузерная игра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C71FF1C7-3689-4D70-9DD1-259B2A6A1AEF}"/>
              </ns1:ext>
            </ns1:extLst>
          </ns0:cNvPr>
          <ns0:cNvSpPr>
            <ns1:spLocks noGrp="1"/>
          </ns0:cNvSpPr>
          <ns0:nvPr/>
        </ns0:nvSpPr>
        <ns0:spPr>
          <ns1:xfrm>
            <ns1:off x="6934200" y="4648200"/>
            <ns1:ext cx="385762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657187"/>
                </ns1:solidFill>
              </ns1:defRPr>
            </ns1:defPPr>
            <ns1:lvl1pPr algn="l">
              <ns1:defRPr sz="1200" b="0">
                <ns1:solidFill>
                  <ns1:srgbClr val="657187"/>
                </ns1:solidFill>
              </ns1:defRPr>
            </ns1:lvl1pPr>
            <ns1:lvl2pPr algn="l">
              <ns1:defRPr sz="1200" b="0">
                <ns1:solidFill>
                  <ns1:srgbClr val="657187"/>
                </ns1:solidFill>
              </ns1:defRPr>
            </ns1:lvl2pPr>
            <ns1:lvl3pPr algn="l">
              <ns1:defRPr sz="1200" b="0">
                <ns1:solidFill>
                  <ns1:srgbClr val="657187"/>
                </ns1:solidFill>
              </ns1:defRPr>
            </ns1:lvl3pPr>
            <ns1:lvl4pPr algn="l">
              <ns1:defRPr sz="1200" b="0">
                <ns1:solidFill>
                  <ns1:srgbClr val="657187"/>
                </ns1:solidFill>
              </ns1:defRPr>
            </ns1:lvl4pPr>
            <ns1:lvl5pPr algn="l">
              <ns1:defRPr sz="1200" b="0">
                <ns1:solidFill>
                  <ns1:srgbClr val="657187"/>
                </ns1:solidFill>
              </ns1:defRPr>
            </ns1:lvl5pPr>
            <ns1:lvl6pPr algn="l">
              <ns1:defRPr sz="1200" b="0">
                <ns1:solidFill>
                  <ns1:srgbClr val="657187"/>
                </ns1:solidFill>
              </ns1:defRPr>
            </ns1:lvl6pPr>
            <ns1:lvl7pPr algn="l">
              <ns1:defRPr sz="1200" b="0">
                <ns1:solidFill>
                  <ns1:srgbClr val="657187"/>
                </ns1:solidFill>
              </ns1:defRPr>
            </ns1:lvl7pPr>
            <ns1:lvl8pPr algn="l">
              <ns1:defRPr sz="1200" b="0">
                <ns1:solidFill>
                  <ns1:srgbClr val="657187"/>
                </ns1:solidFill>
              </ns1:defRPr>
            </ns1:lvl8pPr>
            <ns1:lvl9pPr algn="l">
              <ns1:defRPr sz="1200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200" b="0">
                <ns1:solidFill>
                  <ns1:srgbClr val="657187"/>
                </ns1:solidFill>
              </ns1:defRPr>
            </ns1:pPr>
            <ns1:r>
              <ns1:rPr sz="1200" b="0" lang="ru-RU">
                <ns1:solidFill>
                  <ns1:srgbClr val="657187"/>
                </ns1:solidFill>
              </ns1:rPr>
              <ns1:t>Игровая механика, управление и интерфейс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8097D619-D5F4-44D5-B413-26F11E4E186B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667375"/>
            <ns1:ext cx="10001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125" b="0">
                <ns1:solidFill>
                  <ns1:srgbClr val="657187"/>
                </ns1:solidFill>
              </ns1:defRPr>
            </ns1:defPPr>
            <ns1:lvl1pPr algn="l">
              <ns1:defRPr sz="1125" b="0">
                <ns1:solidFill>
                  <ns1:srgbClr val="657187"/>
                </ns1:solidFill>
              </ns1:defRPr>
            </ns1:lvl1pPr>
            <ns1:lvl2pPr algn="l">
              <ns1:defRPr sz="1125" b="0">
                <ns1:solidFill>
                  <ns1:srgbClr val="657187"/>
                </ns1:solidFill>
              </ns1:defRPr>
            </ns1:lvl2pPr>
            <ns1:lvl3pPr algn="l">
              <ns1:defRPr sz="1125" b="0">
                <ns1:solidFill>
                  <ns1:srgbClr val="657187"/>
                </ns1:solidFill>
              </ns1:defRPr>
            </ns1:lvl3pPr>
            <ns1:lvl4pPr algn="l">
              <ns1:defRPr sz="1125" b="0">
                <ns1:solidFill>
                  <ns1:srgbClr val="657187"/>
                </ns1:solidFill>
              </ns1:defRPr>
            </ns1:lvl4pPr>
            <ns1:lvl5pPr algn="l">
              <ns1:defRPr sz="1125" b="0">
                <ns1:solidFill>
                  <ns1:srgbClr val="657187"/>
                </ns1:solidFill>
              </ns1:defRPr>
            </ns1:lvl5pPr>
            <ns1:lvl6pPr algn="l">
              <ns1:defRPr sz="1125" b="0">
                <ns1:solidFill>
                  <ns1:srgbClr val="657187"/>
                </ns1:solidFill>
              </ns1:defRPr>
            </ns1:lvl6pPr>
            <ns1:lvl7pPr algn="l">
              <ns1:defRPr sz="1125" b="0">
                <ns1:solidFill>
                  <ns1:srgbClr val="657187"/>
                </ns1:solidFill>
              </ns1:defRPr>
            </ns1:lvl7pPr>
            <ns1:lvl8pPr algn="l">
              <ns1:defRPr sz="1125" b="0">
                <ns1:solidFill>
                  <ns1:srgbClr val="657187"/>
                </ns1:solidFill>
              </ns1:defRPr>
            </ns1:lvl8pPr>
            <ns1:lvl9pPr algn="l">
              <ns1:defRPr sz="1125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125" b="0">
                <ns1:solidFill>
                  <ns1:srgbClr val="657187"/>
                </ns1:solidFill>
              </ns1:defRPr>
            </ns1:pPr>
            <ns1:r>
              <ns1:rPr sz="1125" b="0" lang="ru-RU">
                <ns1:solidFill>
                  <ns1:srgbClr val="657187"/>
                </ns1:solidFill>
              </ns1:rPr>
              <ns1:t>Все примеры обозначают направления для демонстрационных проектов.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7D11CB46-3D47-4B0B-93D1-240879F15CB6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47625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825" b="1">
                <ns1:solidFill>
                  <ns1:srgbClr val="657187"/>
                </ns1:solidFill>
              </ns1:defRPr>
            </ns1:defPPr>
            <ns1:lvl1pPr algn="l">
              <ns1:defRPr sz="825" b="1">
                <ns1:solidFill>
                  <ns1:srgbClr val="657187"/>
                </ns1:solidFill>
              </ns1:defRPr>
            </ns1:lvl1pPr>
            <ns1:lvl2pPr algn="l">
              <ns1:defRPr sz="825" b="1">
                <ns1:solidFill>
                  <ns1:srgbClr val="657187"/>
                </ns1:solidFill>
              </ns1:defRPr>
            </ns1:lvl2pPr>
            <ns1:lvl3pPr algn="l">
              <ns1:defRPr sz="825" b="1">
                <ns1:solidFill>
                  <ns1:srgbClr val="657187"/>
                </ns1:solidFill>
              </ns1:defRPr>
            </ns1:lvl3pPr>
            <ns1:lvl4pPr algn="l">
              <ns1:defRPr sz="825" b="1">
                <ns1:solidFill>
                  <ns1:srgbClr val="657187"/>
                </ns1:solidFill>
              </ns1:defRPr>
            </ns1:lvl4pPr>
            <ns1:lvl5pPr algn="l">
              <ns1:defRPr sz="825" b="1">
                <ns1:solidFill>
                  <ns1:srgbClr val="657187"/>
                </ns1:solidFill>
              </ns1:defRPr>
            </ns1:lvl5pPr>
            <ns1:lvl6pPr algn="l">
              <ns1:defRPr sz="825" b="1">
                <ns1:solidFill>
                  <ns1:srgbClr val="657187"/>
                </ns1:solidFill>
              </ns1:defRPr>
            </ns1:lvl6pPr>
            <ns1:lvl7pPr algn="l">
              <ns1:defRPr sz="825" b="1">
                <ns1:solidFill>
                  <ns1:srgbClr val="657187"/>
                </ns1:solidFill>
              </ns1:defRPr>
            </ns1:lvl7pPr>
            <ns1:lvl8pPr algn="l">
              <ns1:defRPr sz="825" b="1">
                <ns1:solidFill>
                  <ns1:srgbClr val="657187"/>
                </ns1:solidFill>
              </ns1:defRPr>
            </ns1:lvl8pPr>
            <ns1:lvl9pPr algn="l">
              <ns1:defRPr sz="825" b="1">
                <ns1:solidFill>
                  <ns1:srgbClr val="657187"/>
                </ns1:solidFill>
              </ns1:defRPr>
            </ns1:lvl9pPr>
          </ns1:lstStyle>
          <ns1:p>
            <ns1:pPr algn="l">
              <ns1:defRPr sz="825" b="1">
                <ns1:solidFill>
                  <ns1:srgbClr val="657187"/>
                </ns1:solidFill>
              </ns1:defRPr>
            </ns1:pPr>
            <ns1:r>
              <ns1:rPr sz="825" b="1" lang="ru-RU">
                <ns1:solidFill>
                  <ns1:srgbClr val="657187"/>
                </ns1:solidFill>
              </ns1:rPr>
              <ns1:t>KOPYTOV DIGITAL  /  О КОМПАНИИ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143E2356-30E5-4E7B-B161-011F815C59A3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6438900"/>
            <ns1:ext cx="666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657187"/>
                </ns1:solidFill>
              </ns1:defRPr>
            </ns1:defPPr>
            <ns1:lvl1pPr algn="r">
              <ns1:defRPr sz="900" b="1">
                <ns1:solidFill>
                  <ns1:srgbClr val="657187"/>
                </ns1:solidFill>
              </ns1:defRPr>
            </ns1:lvl1pPr>
            <ns1:lvl2pPr algn="r">
              <ns1:defRPr sz="900" b="1">
                <ns1:solidFill>
                  <ns1:srgbClr val="657187"/>
                </ns1:solidFill>
              </ns1:defRPr>
            </ns1:lvl2pPr>
            <ns1:lvl3pPr algn="r">
              <ns1:defRPr sz="900" b="1">
                <ns1:solidFill>
                  <ns1:srgbClr val="657187"/>
                </ns1:solidFill>
              </ns1:defRPr>
            </ns1:lvl3pPr>
            <ns1:lvl4pPr algn="r">
              <ns1:defRPr sz="900" b="1">
                <ns1:solidFill>
                  <ns1:srgbClr val="657187"/>
                </ns1:solidFill>
              </ns1:defRPr>
            </ns1:lvl4pPr>
            <ns1:lvl5pPr algn="r">
              <ns1:defRPr sz="900" b="1">
                <ns1:solidFill>
                  <ns1:srgbClr val="657187"/>
                </ns1:solidFill>
              </ns1:defRPr>
            </ns1:lvl5pPr>
            <ns1:lvl6pPr algn="r">
              <ns1:defRPr sz="900" b="1">
                <ns1:solidFill>
                  <ns1:srgbClr val="657187"/>
                </ns1:solidFill>
              </ns1:defRPr>
            </ns1:lvl6pPr>
            <ns1:lvl7pPr algn="r">
              <ns1:defRPr sz="900" b="1">
                <ns1:solidFill>
                  <ns1:srgbClr val="657187"/>
                </ns1:solidFill>
              </ns1:defRPr>
            </ns1:lvl7pPr>
            <ns1:lvl8pPr algn="r">
              <ns1:defRPr sz="900" b="1">
                <ns1:solidFill>
                  <ns1:srgbClr val="657187"/>
                </ns1:solidFill>
              </ns1:defRPr>
            </ns1:lvl8pPr>
            <ns1:lvl9pPr algn="r">
              <ns1:defRPr sz="900" b="1">
                <ns1:solidFill>
                  <ns1:srgbClr val="657187"/>
                </ns1:solidFill>
              </ns1:defRPr>
            </ns1:lvl9pPr>
          </ns1:lstStyle>
          <ns1:p>
            <ns1:pPr algn="r">
              <ns1:defRPr sz="900" b="1">
                <ns1:solidFill>
                  <ns1:srgbClr val="657187"/>
                </ns1:solidFill>
              </ns1:defRPr>
            </ns1:pPr>
            <ns1:r>
              <ns1:rPr sz="900" b="1" lang="ru-RU">
                <ns1:solidFill>
                  <ns1:srgbClr val="657187"/>
                </ns1:solidFill>
              </ns1:rPr>
              <ns1:t>06</ns1:t>
            </ns1:r>
          </ns1:p>
        </ns0:txBody>
      </ns0:sp>
    </ns0:spTree>
    <ns0:extLst>
      <ns0:ext uri="{BB962C8B-B14F-4D97-AF65-F5344CB8AC3E}">
        <ns3:creationId val="1121909983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D1728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2" name="">
            <ns1:extLst>
              <ns1:ext uri="{FF2B5EF4-FFF2-40B4-BE49-F238E27FC236}">
                <ns2:creationId id="{76DC2233-A5C8-4E7C-A488-A325682DACE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28625"/>
            <ns1:ext cx="36195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75" b="1">
                <ns1:solidFill>
                  <ns1:srgbClr val="F47B61"/>
                </ns1:solidFill>
              </ns1:defRPr>
            </ns1:defPPr>
            <ns1:lvl1pPr algn="l">
              <ns1:defRPr sz="975" b="1">
                <ns1:solidFill>
                  <ns1:srgbClr val="F47B61"/>
                </ns1:solidFill>
              </ns1:defRPr>
            </ns1:lvl1pPr>
            <ns1:lvl2pPr algn="l">
              <ns1:defRPr sz="975" b="1">
                <ns1:solidFill>
                  <ns1:srgbClr val="F47B61"/>
                </ns1:solidFill>
              </ns1:defRPr>
            </ns1:lvl2pPr>
            <ns1:lvl3pPr algn="l">
              <ns1:defRPr sz="975" b="1">
                <ns1:solidFill>
                  <ns1:srgbClr val="F47B61"/>
                </ns1:solidFill>
              </ns1:defRPr>
            </ns1:lvl3pPr>
            <ns1:lvl4pPr algn="l">
              <ns1:defRPr sz="975" b="1">
                <ns1:solidFill>
                  <ns1:srgbClr val="F47B61"/>
                </ns1:solidFill>
              </ns1:defRPr>
            </ns1:lvl4pPr>
            <ns1:lvl5pPr algn="l">
              <ns1:defRPr sz="975" b="1">
                <ns1:solidFill>
                  <ns1:srgbClr val="F47B61"/>
                </ns1:solidFill>
              </ns1:defRPr>
            </ns1:lvl5pPr>
            <ns1:lvl6pPr algn="l">
              <ns1:defRPr sz="975" b="1">
                <ns1:solidFill>
                  <ns1:srgbClr val="F47B61"/>
                </ns1:solidFill>
              </ns1:defRPr>
            </ns1:lvl6pPr>
            <ns1:lvl7pPr algn="l">
              <ns1:defRPr sz="975" b="1">
                <ns1:solidFill>
                  <ns1:srgbClr val="F47B61"/>
                </ns1:solidFill>
              </ns1:defRPr>
            </ns1:lvl7pPr>
            <ns1:lvl8pPr algn="l">
              <ns1:defRPr sz="975" b="1">
                <ns1:solidFill>
                  <ns1:srgbClr val="F47B61"/>
                </ns1:solidFill>
              </ns1:defRPr>
            </ns1:lvl8pPr>
            <ns1:lvl9pPr algn="l">
              <ns1:defRPr sz="975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975" b="1">
                <ns1:solidFill>
                  <ns1:srgbClr val="F47B61"/>
                </ns1:solidFill>
              </ns1:defRPr>
            </ns1:pPr>
            <ns1:r>
              <ns1:rPr sz="975" b="1" lang="ru-RU">
                <ns1:solidFill>
                  <ns1:srgbClr val="F47B61"/>
                </ns1:solidFill>
              </ns1:rPr>
              <ns1:t>КОНТРОЛЬ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33188371-7380-4FF6-B0DC-15FE43CBB9AB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781050"/>
            <ns1:ext cx="10572750" cy="8191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FFFFFF"/>
                </ns1:solidFill>
              </ns1:defRPr>
            </ns1:defPPr>
            <ns1:lvl1pPr algn="l">
              <ns1:defRPr sz="3150" b="1">
                <ns1:solidFill>
                  <ns1:srgbClr val="FFFFFF"/>
                </ns1:solidFill>
              </ns1:defRPr>
            </ns1:lvl1pPr>
            <ns1:lvl2pPr algn="l">
              <ns1:defRPr sz="3150" b="1">
                <ns1:solidFill>
                  <ns1:srgbClr val="FFFFFF"/>
                </ns1:solidFill>
              </ns1:defRPr>
            </ns1:lvl2pPr>
            <ns1:lvl3pPr algn="l">
              <ns1:defRPr sz="3150" b="1">
                <ns1:solidFill>
                  <ns1:srgbClr val="FFFFFF"/>
                </ns1:solidFill>
              </ns1:defRPr>
            </ns1:lvl3pPr>
            <ns1:lvl4pPr algn="l">
              <ns1:defRPr sz="3150" b="1">
                <ns1:solidFill>
                  <ns1:srgbClr val="FFFFFF"/>
                </ns1:solidFill>
              </ns1:defRPr>
            </ns1:lvl4pPr>
            <ns1:lvl5pPr algn="l">
              <ns1:defRPr sz="3150" b="1">
                <ns1:solidFill>
                  <ns1:srgbClr val="FFFFFF"/>
                </ns1:solidFill>
              </ns1:defRPr>
            </ns1:lvl5pPr>
            <ns1:lvl6pPr algn="l">
              <ns1:defRPr sz="3150" b="1">
                <ns1:solidFill>
                  <ns1:srgbClr val="FFFFFF"/>
                </ns1:solidFill>
              </ns1:defRPr>
            </ns1:lvl6pPr>
            <ns1:lvl7pPr algn="l">
              <ns1:defRPr sz="3150" b="1">
                <ns1:solidFill>
                  <ns1:srgbClr val="FFFFFF"/>
                </ns1:solidFill>
              </ns1:defRPr>
            </ns1:lvl7pPr>
            <ns1:lvl8pPr algn="l">
              <ns1:defRPr sz="3150" b="1">
                <ns1:solidFill>
                  <ns1:srgbClr val="FFFFFF"/>
                </ns1:solidFill>
              </ns1:defRPr>
            </ns1:lvl8pPr>
            <ns1:lvl9pPr algn="l">
              <ns1:defRPr sz="31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3150" b="1">
                <ns1:solidFill>
                  <ns1:srgbClr val="FFFFFF"/>
                </ns1:solidFill>
              </ns1:defRPr>
            </ns1:pPr>
            <ns1:r>
              <ns1:rPr sz="3150" b="1" lang="ru-RU">
                <ns1:solidFill>
                  <ns1:srgbClr val="FFFFFF"/>
                </ns1:solidFill>
              </ns1:rPr>
              <ns1:t>Принципы качества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AD2F8A94-1F22-4858-AC88-8669CB82564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638300"/>
            <ns1:ext cx="100965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425" b="0">
                <ns1:solidFill>
                  <ns1:srgbClr val="C7D1E1"/>
                </ns1:solidFill>
              </ns1:defRPr>
            </ns1:defPPr>
            <ns1:lvl1pPr algn="l">
              <ns1:defRPr sz="1425" b="0">
                <ns1:solidFill>
                  <ns1:srgbClr val="C7D1E1"/>
                </ns1:solidFill>
              </ns1:defRPr>
            </ns1:lvl1pPr>
            <ns1:lvl2pPr algn="l">
              <ns1:defRPr sz="1425" b="0">
                <ns1:solidFill>
                  <ns1:srgbClr val="C7D1E1"/>
                </ns1:solidFill>
              </ns1:defRPr>
            </ns1:lvl2pPr>
            <ns1:lvl3pPr algn="l">
              <ns1:defRPr sz="1425" b="0">
                <ns1:solidFill>
                  <ns1:srgbClr val="C7D1E1"/>
                </ns1:solidFill>
              </ns1:defRPr>
            </ns1:lvl3pPr>
            <ns1:lvl4pPr algn="l">
              <ns1:defRPr sz="1425" b="0">
                <ns1:solidFill>
                  <ns1:srgbClr val="C7D1E1"/>
                </ns1:solidFill>
              </ns1:defRPr>
            </ns1:lvl4pPr>
            <ns1:lvl5pPr algn="l">
              <ns1:defRPr sz="1425" b="0">
                <ns1:solidFill>
                  <ns1:srgbClr val="C7D1E1"/>
                </ns1:solidFill>
              </ns1:defRPr>
            </ns1:lvl5pPr>
            <ns1:lvl6pPr algn="l">
              <ns1:defRPr sz="1425" b="0">
                <ns1:solidFill>
                  <ns1:srgbClr val="C7D1E1"/>
                </ns1:solidFill>
              </ns1:defRPr>
            </ns1:lvl6pPr>
            <ns1:lvl7pPr algn="l">
              <ns1:defRPr sz="1425" b="0">
                <ns1:solidFill>
                  <ns1:srgbClr val="C7D1E1"/>
                </ns1:solidFill>
              </ns1:defRPr>
            </ns1:lvl7pPr>
            <ns1:lvl8pPr algn="l">
              <ns1:defRPr sz="1425" b="0">
                <ns1:solidFill>
                  <ns1:srgbClr val="C7D1E1"/>
                </ns1:solidFill>
              </ns1:defRPr>
            </ns1:lvl8pPr>
            <ns1:lvl9pPr algn="l">
              <ns1:defRPr sz="1425" b="0">
                <ns1:solidFill>
                  <ns1:srgbClr val="C7D1E1"/>
                </ns1:solidFill>
              </ns1:defRPr>
            </ns1:lvl9pPr>
          </ns1:lstStyle>
          <ns1:p>
            <ns1:pPr algn="l">
              <ns1:defRPr sz="1425" b="0">
                <ns1:solidFill>
                  <ns1:srgbClr val="C7D1E1"/>
                </ns1:solidFill>
              </ns1:defRPr>
            </ns1:pPr>
            <ns1:r>
              <ns1:rPr sz="1425" b="0" lang="ru-RU">
                <ns1:solidFill>
                  <ns1:srgbClr val="C7D1E1"/>
                </ns1:solidFill>
              </ns1:rPr>
              <ns1:t>Проверяем не только внешний вид, но и рабочие сценарии.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06E86813-2E71-4C00-ABAA-B57F9A6CC96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714625"/>
            <ns1:ext cx="5048250" cy="1095375"/>
          </ns1:xfrm>
          <ns1:prstGeom prst="roundRect">
            <ns1:avLst>
              <ns1:gd name="adj" fmla="val 10435"/>
            </ns1:avLst>
          </ns1:prstGeom>
          <ns1:solidFill>
            <ns1:srgbClr val="18253A"/>
          </ns1:solidFill>
          <ns1:ln w="9525">
            <ns1:solidFill>
              <ns1:srgbClr val="31425C"/>
            </ns1:solidFill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D0324C5F-1B6C-4B3C-8027-33423D131D1D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2981325"/>
            <ns1:ext cx="133350" cy="133350"/>
          </ns1:xfrm>
          <ns1:prstGeom prst="roundRect">
            <ns1:avLst>
              <ns1:gd name="adj" fmla="val 50000"/>
            </ns1:avLst>
          </ns1:prstGeom>
          <ns1:solidFill>
            <ns1:srgbClr val="5BD6E8"/>
          </ns1:solidFill>
          <ns1:ln w="0">
            <ns1:noFill/>
            <ns1:prstDash val="solid"/>
          </ns1:ln>
        </ns0:spPr>
      </ns0:sp>
      <ns0:sp>
        <ns0:nvSpPr>
          <ns0:cNvPr id="6" name="">
            <ns1:extLst>
              <ns1:ext uri="{FF2B5EF4-FFF2-40B4-BE49-F238E27FC236}">
                <ns2:creationId id="{2368BEF0-677B-4FE5-A6B4-A101D7A70B65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2876550"/>
            <ns1:ext cx="40957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FFFFFF"/>
                </ns1:solidFill>
              </ns1:defRPr>
            </ns1:defPPr>
            <ns1:lvl1pPr algn="l">
              <ns1:defRPr sz="1650" b="1">
                <ns1:solidFill>
                  <ns1:srgbClr val="FFFFFF"/>
                </ns1:solidFill>
              </ns1:defRPr>
            </ns1:lvl1pPr>
            <ns1:lvl2pPr algn="l">
              <ns1:defRPr sz="1650" b="1">
                <ns1:solidFill>
                  <ns1:srgbClr val="FFFFFF"/>
                </ns1:solidFill>
              </ns1:defRPr>
            </ns1:lvl2pPr>
            <ns1:lvl3pPr algn="l">
              <ns1:defRPr sz="1650" b="1">
                <ns1:solidFill>
                  <ns1:srgbClr val="FFFFFF"/>
                </ns1:solidFill>
              </ns1:defRPr>
            </ns1:lvl3pPr>
            <ns1:lvl4pPr algn="l">
              <ns1:defRPr sz="1650" b="1">
                <ns1:solidFill>
                  <ns1:srgbClr val="FFFFFF"/>
                </ns1:solidFill>
              </ns1:defRPr>
            </ns1:lvl4pPr>
            <ns1:lvl5pPr algn="l">
              <ns1:defRPr sz="1650" b="1">
                <ns1:solidFill>
                  <ns1:srgbClr val="FFFFFF"/>
                </ns1:solidFill>
              </ns1:defRPr>
            </ns1:lvl5pPr>
            <ns1:lvl6pPr algn="l">
              <ns1:defRPr sz="1650" b="1">
                <ns1:solidFill>
                  <ns1:srgbClr val="FFFFFF"/>
                </ns1:solidFill>
              </ns1:defRPr>
            </ns1:lvl6pPr>
            <ns1:lvl7pPr algn="l">
              <ns1:defRPr sz="1650" b="1">
                <ns1:solidFill>
                  <ns1:srgbClr val="FFFFFF"/>
                </ns1:solidFill>
              </ns1:defRPr>
            </ns1:lvl7pPr>
            <ns1:lvl8pPr algn="l">
              <ns1:defRPr sz="1650" b="1">
                <ns1:solidFill>
                  <ns1:srgbClr val="FFFFFF"/>
                </ns1:solidFill>
              </ns1:defRPr>
            </ns1:lvl8pPr>
            <ns1:lvl9pPr algn="l">
              <ns1:defRPr sz="16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 lang="ru-RU">
                <ns1:solidFill>
                  <ns1:srgbClr val="FFFFFF"/>
                </ns1:solidFill>
              </ns1:rPr>
              <ns1:t>Адаптивность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D5220A2E-0667-4C02-B566-8ABAC0B90F98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3228975"/>
            <ns1:ext cx="40957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C7D1E1"/>
                </ns1:solidFill>
              </ns1:defRPr>
            </ns1:defPPr>
            <ns1:lvl1pPr algn="l">
              <ns1:defRPr sz="1200" b="0">
                <ns1:solidFill>
                  <ns1:srgbClr val="C7D1E1"/>
                </ns1:solidFill>
              </ns1:defRPr>
            </ns1:lvl1pPr>
            <ns1:lvl2pPr algn="l">
              <ns1:defRPr sz="1200" b="0">
                <ns1:solidFill>
                  <ns1:srgbClr val="C7D1E1"/>
                </ns1:solidFill>
              </ns1:defRPr>
            </ns1:lvl2pPr>
            <ns1:lvl3pPr algn="l">
              <ns1:defRPr sz="1200" b="0">
                <ns1:solidFill>
                  <ns1:srgbClr val="C7D1E1"/>
                </ns1:solidFill>
              </ns1:defRPr>
            </ns1:lvl3pPr>
            <ns1:lvl4pPr algn="l">
              <ns1:defRPr sz="1200" b="0">
                <ns1:solidFill>
                  <ns1:srgbClr val="C7D1E1"/>
                </ns1:solidFill>
              </ns1:defRPr>
            </ns1:lvl4pPr>
            <ns1:lvl5pPr algn="l">
              <ns1:defRPr sz="1200" b="0">
                <ns1:solidFill>
                  <ns1:srgbClr val="C7D1E1"/>
                </ns1:solidFill>
              </ns1:defRPr>
            </ns1:lvl5pPr>
            <ns1:lvl6pPr algn="l">
              <ns1:defRPr sz="1200" b="0">
                <ns1:solidFill>
                  <ns1:srgbClr val="C7D1E1"/>
                </ns1:solidFill>
              </ns1:defRPr>
            </ns1:lvl6pPr>
            <ns1:lvl7pPr algn="l">
              <ns1:defRPr sz="1200" b="0">
                <ns1:solidFill>
                  <ns1:srgbClr val="C7D1E1"/>
                </ns1:solidFill>
              </ns1:defRPr>
            </ns1:lvl7pPr>
            <ns1:lvl8pPr algn="l">
              <ns1:defRPr sz="1200" b="0">
                <ns1:solidFill>
                  <ns1:srgbClr val="C7D1E1"/>
                </ns1:solidFill>
              </ns1:defRPr>
            </ns1:lvl8pPr>
            <ns1:lvl9pPr algn="l">
              <ns1:defRPr sz="1200" b="0">
                <ns1:solidFill>
                  <ns1:srgbClr val="C7D1E1"/>
                </ns1:solidFill>
              </ns1:defRPr>
            </ns1:lvl9pPr>
          </ns1:lstStyle>
          <ns1:p>
            <ns1:pPr algn="l">
              <ns1:defRPr sz="1200" b="0">
                <ns1:solidFill>
                  <ns1:srgbClr val="C7D1E1"/>
                </ns1:solidFill>
              </ns1:defRPr>
            </ns1:pPr>
            <ns1:r>
              <ns1:rPr sz="1200" b="0" lang="ru-RU">
                <ns1:solidFill>
                  <ns1:srgbClr val="C7D1E1"/>
                </ns1:solidFill>
              </ns1:rPr>
              <ns1:t>Интерфейс корректно работает на компьютере и телефоне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73115559-224D-4654-8AED-15C29BB588AD}"/>
              </ns1:ext>
            </ns1:extLst>
          </ns0:cNvPr>
          <ns0:cNvSpPr>
            <ns1:spLocks noGrp="1"/>
          </ns0:cNvSpPr>
          <ns0:nvPr/>
        </ns0:nvSpPr>
        <ns0:spPr>
          <ns1:xfrm>
            <ns1:off x="6096000" y="2714625"/>
            <ns1:ext cx="5048250" cy="1095375"/>
          </ns1:xfrm>
          <ns1:prstGeom prst="roundRect">
            <ns1:avLst>
              <ns1:gd name="adj" fmla="val 10435"/>
            </ns1:avLst>
          </ns1:prstGeom>
          <ns1:solidFill>
            <ns1:srgbClr val="18253A"/>
          </ns1:solidFill>
          <ns1:ln w="9525">
            <ns1:solidFill>
              <ns1:srgbClr val="31425C"/>
            </ns1:solidFill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CB14C941-F2A3-449E-82FC-1E4BE961AC60}"/>
              </ns1:ext>
            </ns1:extLst>
          </ns0:cNvPr>
          <ns0:cNvSpPr>
            <ns1:spLocks noGrp="1"/>
          </ns0:cNvSpPr>
          <ns0:nvPr/>
        </ns0:nvSpPr>
        <ns0:spPr>
          <ns1:xfrm>
            <ns1:off x="6324600" y="2981325"/>
            <ns1:ext cx="133350" cy="133350"/>
          </ns1:xfrm>
          <ns1:prstGeom prst="roundRect">
            <ns1:avLst>
              <ns1:gd name="adj" fmla="val 50000"/>
            </ns1:avLst>
          </ns1:prstGeom>
          <ns1:solidFill>
            <ns1:srgbClr val="5BD6E8"/>
          </ns1:solidFill>
          <ns1:ln w="0">
            <ns1:noFill/>
            <ns1:prstDash val="solid"/>
          </ns1:ln>
        </ns0:spPr>
      </ns0:sp>
      <ns0:sp>
        <ns0:nvSpPr>
          <ns0:cNvPr id="10" name="">
            <ns1:extLst>
              <ns1:ext uri="{FF2B5EF4-FFF2-40B4-BE49-F238E27FC236}">
                <ns2:creationId id="{789DDD9D-8554-4A8A-AFBA-13ACE7CC39CE}"/>
              </ns1:ext>
            </ns1:extLst>
          </ns0:cNvPr>
          <ns0:cNvSpPr>
            <ns1:spLocks noGrp="1"/>
          </ns0:cNvSpPr>
          <ns0:nvPr/>
        </ns0:nvSpPr>
        <ns0:spPr>
          <ns1:xfrm>
            <ns1:off x="6648450" y="2876550"/>
            <ns1:ext cx="40957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FFFFFF"/>
                </ns1:solidFill>
              </ns1:defRPr>
            </ns1:defPPr>
            <ns1:lvl1pPr algn="l">
              <ns1:defRPr sz="1650" b="1">
                <ns1:solidFill>
                  <ns1:srgbClr val="FFFFFF"/>
                </ns1:solidFill>
              </ns1:defRPr>
            </ns1:lvl1pPr>
            <ns1:lvl2pPr algn="l">
              <ns1:defRPr sz="1650" b="1">
                <ns1:solidFill>
                  <ns1:srgbClr val="FFFFFF"/>
                </ns1:solidFill>
              </ns1:defRPr>
            </ns1:lvl2pPr>
            <ns1:lvl3pPr algn="l">
              <ns1:defRPr sz="1650" b="1">
                <ns1:solidFill>
                  <ns1:srgbClr val="FFFFFF"/>
                </ns1:solidFill>
              </ns1:defRPr>
            </ns1:lvl3pPr>
            <ns1:lvl4pPr algn="l">
              <ns1:defRPr sz="1650" b="1">
                <ns1:solidFill>
                  <ns1:srgbClr val="FFFFFF"/>
                </ns1:solidFill>
              </ns1:defRPr>
            </ns1:lvl4pPr>
            <ns1:lvl5pPr algn="l">
              <ns1:defRPr sz="1650" b="1">
                <ns1:solidFill>
                  <ns1:srgbClr val="FFFFFF"/>
                </ns1:solidFill>
              </ns1:defRPr>
            </ns1:lvl5pPr>
            <ns1:lvl6pPr algn="l">
              <ns1:defRPr sz="1650" b="1">
                <ns1:solidFill>
                  <ns1:srgbClr val="FFFFFF"/>
                </ns1:solidFill>
              </ns1:defRPr>
            </ns1:lvl6pPr>
            <ns1:lvl7pPr algn="l">
              <ns1:defRPr sz="1650" b="1">
                <ns1:solidFill>
                  <ns1:srgbClr val="FFFFFF"/>
                </ns1:solidFill>
              </ns1:defRPr>
            </ns1:lvl7pPr>
            <ns1:lvl8pPr algn="l">
              <ns1:defRPr sz="1650" b="1">
                <ns1:solidFill>
                  <ns1:srgbClr val="FFFFFF"/>
                </ns1:solidFill>
              </ns1:defRPr>
            </ns1:lvl8pPr>
            <ns1:lvl9pPr algn="l">
              <ns1:defRPr sz="16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 lang="ru-RU">
                <ns1:solidFill>
                  <ns1:srgbClr val="FFFFFF"/>
                </ns1:solidFill>
              </ns1:rPr>
              <ns1:t>Функциональность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32EAB0BF-4504-4FAF-A41E-315674764B5C}"/>
              </ns1:ext>
            </ns1:extLst>
          </ns0:cNvPr>
          <ns0:cNvSpPr>
            <ns1:spLocks noGrp="1"/>
          </ns0:cNvSpPr>
          <ns0:nvPr/>
        </ns0:nvSpPr>
        <ns0:spPr>
          <ns1:xfrm>
            <ns1:off x="6648450" y="3228975"/>
            <ns1:ext cx="40957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C7D1E1"/>
                </ns1:solidFill>
              </ns1:defRPr>
            </ns1:defPPr>
            <ns1:lvl1pPr algn="l">
              <ns1:defRPr sz="1200" b="0">
                <ns1:solidFill>
                  <ns1:srgbClr val="C7D1E1"/>
                </ns1:solidFill>
              </ns1:defRPr>
            </ns1:lvl1pPr>
            <ns1:lvl2pPr algn="l">
              <ns1:defRPr sz="1200" b="0">
                <ns1:solidFill>
                  <ns1:srgbClr val="C7D1E1"/>
                </ns1:solidFill>
              </ns1:defRPr>
            </ns1:lvl2pPr>
            <ns1:lvl3pPr algn="l">
              <ns1:defRPr sz="1200" b="0">
                <ns1:solidFill>
                  <ns1:srgbClr val="C7D1E1"/>
                </ns1:solidFill>
              </ns1:defRPr>
            </ns1:lvl3pPr>
            <ns1:lvl4pPr algn="l">
              <ns1:defRPr sz="1200" b="0">
                <ns1:solidFill>
                  <ns1:srgbClr val="C7D1E1"/>
                </ns1:solidFill>
              </ns1:defRPr>
            </ns1:lvl4pPr>
            <ns1:lvl5pPr algn="l">
              <ns1:defRPr sz="1200" b="0">
                <ns1:solidFill>
                  <ns1:srgbClr val="C7D1E1"/>
                </ns1:solidFill>
              </ns1:defRPr>
            </ns1:lvl5pPr>
            <ns1:lvl6pPr algn="l">
              <ns1:defRPr sz="1200" b="0">
                <ns1:solidFill>
                  <ns1:srgbClr val="C7D1E1"/>
                </ns1:solidFill>
              </ns1:defRPr>
            </ns1:lvl6pPr>
            <ns1:lvl7pPr algn="l">
              <ns1:defRPr sz="1200" b="0">
                <ns1:solidFill>
                  <ns1:srgbClr val="C7D1E1"/>
                </ns1:solidFill>
              </ns1:defRPr>
            </ns1:lvl7pPr>
            <ns1:lvl8pPr algn="l">
              <ns1:defRPr sz="1200" b="0">
                <ns1:solidFill>
                  <ns1:srgbClr val="C7D1E1"/>
                </ns1:solidFill>
              </ns1:defRPr>
            </ns1:lvl8pPr>
            <ns1:lvl9pPr algn="l">
              <ns1:defRPr sz="1200" b="0">
                <ns1:solidFill>
                  <ns1:srgbClr val="C7D1E1"/>
                </ns1:solidFill>
              </ns1:defRPr>
            </ns1:lvl9pPr>
          </ns1:lstStyle>
          <ns1:p>
            <ns1:pPr algn="l">
              <ns1:defRPr sz="1200" b="0">
                <ns1:solidFill>
                  <ns1:srgbClr val="C7D1E1"/>
                </ns1:solidFill>
              </ns1:defRPr>
            </ns1:pPr>
            <ns1:r>
              <ns1:rPr sz="1200" b="0" lang="ru-RU">
                <ns1:solidFill>
                  <ns1:srgbClr val="C7D1E1"/>
                </ns1:solidFill>
              </ns1:rPr>
              <ns1:t>Основные действия проходят проверку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0C63EFB1-97BE-4302-8D0B-283E65D3E2D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095750"/>
            <ns1:ext cx="5048250" cy="1095375"/>
          </ns1:xfrm>
          <ns1:prstGeom prst="roundRect">
            <ns1:avLst>
              <ns1:gd name="adj" fmla="val 10435"/>
            </ns1:avLst>
          </ns1:prstGeom>
          <ns1:solidFill>
            <ns1:srgbClr val="18253A"/>
          </ns1:solidFill>
          <ns1:ln w="9525">
            <ns1:solidFill>
              <ns1:srgbClr val="31425C"/>
            </ns1:solidFill>
            <ns1:prstDash val="solid"/>
          </ns1:ln>
        </ns0:spPr>
      </ns0:sp>
      <ns0:sp>
        <ns0:nvSpPr>
          <ns0:cNvPr id="13" name="">
            <ns1:extLst>
              <ns1:ext uri="{FF2B5EF4-FFF2-40B4-BE49-F238E27FC236}">
                <ns2:creationId id="{B9D6915F-2054-4137-A2BD-EFD332E76317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4362450"/>
            <ns1:ext cx="133350" cy="133350"/>
          </ns1:xfrm>
          <ns1:prstGeom prst="roundRect">
            <ns1:avLst>
              <ns1:gd name="adj" fmla="val 50000"/>
            </ns1:avLst>
          </ns1:prstGeom>
          <ns1:solidFill>
            <ns1:srgbClr val="5BD6E8"/>
          </ns1:solidFill>
          <ns1:ln w="0">
            <ns1:noFill/>
            <ns1:prstDash val="solid"/>
          </ns1:ln>
        </ns0:spPr>
      </ns0:sp>
      <ns0:sp>
        <ns0:nvSpPr>
          <ns0:cNvPr id="14" name="">
            <ns1:extLst>
              <ns1:ext uri="{FF2B5EF4-FFF2-40B4-BE49-F238E27FC236}">
                <ns2:creationId id="{E51DE3D5-BF2B-47ED-AB51-13B2867175D1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4257675"/>
            <ns1:ext cx="40957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FFFFFF"/>
                </ns1:solidFill>
              </ns1:defRPr>
            </ns1:defPPr>
            <ns1:lvl1pPr algn="l">
              <ns1:defRPr sz="1650" b="1">
                <ns1:solidFill>
                  <ns1:srgbClr val="FFFFFF"/>
                </ns1:solidFill>
              </ns1:defRPr>
            </ns1:lvl1pPr>
            <ns1:lvl2pPr algn="l">
              <ns1:defRPr sz="1650" b="1">
                <ns1:solidFill>
                  <ns1:srgbClr val="FFFFFF"/>
                </ns1:solidFill>
              </ns1:defRPr>
            </ns1:lvl2pPr>
            <ns1:lvl3pPr algn="l">
              <ns1:defRPr sz="1650" b="1">
                <ns1:solidFill>
                  <ns1:srgbClr val="FFFFFF"/>
                </ns1:solidFill>
              </ns1:defRPr>
            </ns1:lvl3pPr>
            <ns1:lvl4pPr algn="l">
              <ns1:defRPr sz="1650" b="1">
                <ns1:solidFill>
                  <ns1:srgbClr val="FFFFFF"/>
                </ns1:solidFill>
              </ns1:defRPr>
            </ns1:lvl4pPr>
            <ns1:lvl5pPr algn="l">
              <ns1:defRPr sz="1650" b="1">
                <ns1:solidFill>
                  <ns1:srgbClr val="FFFFFF"/>
                </ns1:solidFill>
              </ns1:defRPr>
            </ns1:lvl5pPr>
            <ns1:lvl6pPr algn="l">
              <ns1:defRPr sz="1650" b="1">
                <ns1:solidFill>
                  <ns1:srgbClr val="FFFFFF"/>
                </ns1:solidFill>
              </ns1:defRPr>
            </ns1:lvl6pPr>
            <ns1:lvl7pPr algn="l">
              <ns1:defRPr sz="1650" b="1">
                <ns1:solidFill>
                  <ns1:srgbClr val="FFFFFF"/>
                </ns1:solidFill>
              </ns1:defRPr>
            </ns1:lvl7pPr>
            <ns1:lvl8pPr algn="l">
              <ns1:defRPr sz="1650" b="1">
                <ns1:solidFill>
                  <ns1:srgbClr val="FFFFFF"/>
                </ns1:solidFill>
              </ns1:defRPr>
            </ns1:lvl8pPr>
            <ns1:lvl9pPr algn="l">
              <ns1:defRPr sz="16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 lang="ru-RU">
                <ns1:solidFill>
                  <ns1:srgbClr val="FFFFFF"/>
                </ns1:solidFill>
              </ns1:rPr>
              <ns1:t>Производительность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8E54EA31-60DD-4F7E-A889-B31ED2DA94FF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4610100"/>
            <ns1:ext cx="40957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C7D1E1"/>
                </ns1:solidFill>
              </ns1:defRPr>
            </ns1:defPPr>
            <ns1:lvl1pPr algn="l">
              <ns1:defRPr sz="1200" b="0">
                <ns1:solidFill>
                  <ns1:srgbClr val="C7D1E1"/>
                </ns1:solidFill>
              </ns1:defRPr>
            </ns1:lvl1pPr>
            <ns1:lvl2pPr algn="l">
              <ns1:defRPr sz="1200" b="0">
                <ns1:solidFill>
                  <ns1:srgbClr val="C7D1E1"/>
                </ns1:solidFill>
              </ns1:defRPr>
            </ns1:lvl2pPr>
            <ns1:lvl3pPr algn="l">
              <ns1:defRPr sz="1200" b="0">
                <ns1:solidFill>
                  <ns1:srgbClr val="C7D1E1"/>
                </ns1:solidFill>
              </ns1:defRPr>
            </ns1:lvl3pPr>
            <ns1:lvl4pPr algn="l">
              <ns1:defRPr sz="1200" b="0">
                <ns1:solidFill>
                  <ns1:srgbClr val="C7D1E1"/>
                </ns1:solidFill>
              </ns1:defRPr>
            </ns1:lvl4pPr>
            <ns1:lvl5pPr algn="l">
              <ns1:defRPr sz="1200" b="0">
                <ns1:solidFill>
                  <ns1:srgbClr val="C7D1E1"/>
                </ns1:solidFill>
              </ns1:defRPr>
            </ns1:lvl5pPr>
            <ns1:lvl6pPr algn="l">
              <ns1:defRPr sz="1200" b="0">
                <ns1:solidFill>
                  <ns1:srgbClr val="C7D1E1"/>
                </ns1:solidFill>
              </ns1:defRPr>
            </ns1:lvl6pPr>
            <ns1:lvl7pPr algn="l">
              <ns1:defRPr sz="1200" b="0">
                <ns1:solidFill>
                  <ns1:srgbClr val="C7D1E1"/>
                </ns1:solidFill>
              </ns1:defRPr>
            </ns1:lvl7pPr>
            <ns1:lvl8pPr algn="l">
              <ns1:defRPr sz="1200" b="0">
                <ns1:solidFill>
                  <ns1:srgbClr val="C7D1E1"/>
                </ns1:solidFill>
              </ns1:defRPr>
            </ns1:lvl8pPr>
            <ns1:lvl9pPr algn="l">
              <ns1:defRPr sz="1200" b="0">
                <ns1:solidFill>
                  <ns1:srgbClr val="C7D1E1"/>
                </ns1:solidFill>
              </ns1:defRPr>
            </ns1:lvl9pPr>
          </ns1:lstStyle>
          <ns1:p>
            <ns1:pPr algn="l">
              <ns1:defRPr sz="1200" b="0">
                <ns1:solidFill>
                  <ns1:srgbClr val="C7D1E1"/>
                </ns1:solidFill>
              </ns1:defRPr>
            </ns1:pPr>
            <ns1:r>
              <ns1:rPr sz="1200" b="0" lang="ru-RU">
                <ns1:solidFill>
                  <ns1:srgbClr val="C7D1E1"/>
                </ns1:solidFill>
              </ns1:rPr>
              <ns1:t>Учитываем скорость загрузки и отзывчивость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569B185F-7272-4069-8B90-E7AAB16DBE7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0" y="4095750"/>
            <ns1:ext cx="5048250" cy="1095375"/>
          </ns1:xfrm>
          <ns1:prstGeom prst="roundRect">
            <ns1:avLst>
              <ns1:gd name="adj" fmla="val 10435"/>
            </ns1:avLst>
          </ns1:prstGeom>
          <ns1:solidFill>
            <ns1:srgbClr val="18253A"/>
          </ns1:solidFill>
          <ns1:ln w="9525">
            <ns1:solidFill>
              <ns1:srgbClr val="31425C"/>
            </ns1:solidFill>
            <ns1:prstDash val="solid"/>
          </ns1:ln>
        </ns0:spPr>
      </ns0:sp>
      <ns0:sp>
        <ns0:nvSpPr>
          <ns0:cNvPr id="17" name="">
            <ns1:extLst>
              <ns1:ext uri="{FF2B5EF4-FFF2-40B4-BE49-F238E27FC236}">
                <ns2:creationId id="{A4671FF9-2C59-48F9-9AEA-B2E62954A680}"/>
              </ns1:ext>
            </ns1:extLst>
          </ns0:cNvPr>
          <ns0:cNvSpPr>
            <ns1:spLocks noGrp="1"/>
          </ns0:cNvSpPr>
          <ns0:nvPr/>
        </ns0:nvSpPr>
        <ns0:spPr>
          <ns1:xfrm>
            <ns1:off x="6324600" y="4362450"/>
            <ns1:ext cx="133350" cy="133350"/>
          </ns1:xfrm>
          <ns1:prstGeom prst="roundRect">
            <ns1:avLst>
              <ns1:gd name="adj" fmla="val 50000"/>
            </ns1:avLst>
          </ns1:prstGeom>
          <ns1:solidFill>
            <ns1:srgbClr val="F47B61"/>
          </ns1:solidFill>
          <ns1:ln w="0">
            <ns1:noFill/>
            <ns1:prstDash val="solid"/>
          </ns1:ln>
        </ns0:spPr>
      </ns0:sp>
      <ns0:sp>
        <ns0:nvSpPr>
          <ns0:cNvPr id="18" name="">
            <ns1:extLst>
              <ns1:ext uri="{FF2B5EF4-FFF2-40B4-BE49-F238E27FC236}">
                <ns2:creationId id="{DB12B524-25AB-47E3-9354-38E1B793673E}"/>
              </ns1:ext>
            </ns1:extLst>
          </ns0:cNvPr>
          <ns0:cNvSpPr>
            <ns1:spLocks noGrp="1"/>
          </ns0:cNvSpPr>
          <ns0:nvPr/>
        </ns0:nvSpPr>
        <ns0:spPr>
          <ns1:xfrm>
            <ns1:off x="6648450" y="4257675"/>
            <ns1:ext cx="40957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FFFFFF"/>
                </ns1:solidFill>
              </ns1:defRPr>
            </ns1:defPPr>
            <ns1:lvl1pPr algn="l">
              <ns1:defRPr sz="1650" b="1">
                <ns1:solidFill>
                  <ns1:srgbClr val="FFFFFF"/>
                </ns1:solidFill>
              </ns1:defRPr>
            </ns1:lvl1pPr>
            <ns1:lvl2pPr algn="l">
              <ns1:defRPr sz="1650" b="1">
                <ns1:solidFill>
                  <ns1:srgbClr val="FFFFFF"/>
                </ns1:solidFill>
              </ns1:defRPr>
            </ns1:lvl2pPr>
            <ns1:lvl3pPr algn="l">
              <ns1:defRPr sz="1650" b="1">
                <ns1:solidFill>
                  <ns1:srgbClr val="FFFFFF"/>
                </ns1:solidFill>
              </ns1:defRPr>
            </ns1:lvl3pPr>
            <ns1:lvl4pPr algn="l">
              <ns1:defRPr sz="1650" b="1">
                <ns1:solidFill>
                  <ns1:srgbClr val="FFFFFF"/>
                </ns1:solidFill>
              </ns1:defRPr>
            </ns1:lvl4pPr>
            <ns1:lvl5pPr algn="l">
              <ns1:defRPr sz="1650" b="1">
                <ns1:solidFill>
                  <ns1:srgbClr val="FFFFFF"/>
                </ns1:solidFill>
              </ns1:defRPr>
            </ns1:lvl5pPr>
            <ns1:lvl6pPr algn="l">
              <ns1:defRPr sz="1650" b="1">
                <ns1:solidFill>
                  <ns1:srgbClr val="FFFFFF"/>
                </ns1:solidFill>
              </ns1:defRPr>
            </ns1:lvl6pPr>
            <ns1:lvl7pPr algn="l">
              <ns1:defRPr sz="1650" b="1">
                <ns1:solidFill>
                  <ns1:srgbClr val="FFFFFF"/>
                </ns1:solidFill>
              </ns1:defRPr>
            </ns1:lvl7pPr>
            <ns1:lvl8pPr algn="l">
              <ns1:defRPr sz="1650" b="1">
                <ns1:solidFill>
                  <ns1:srgbClr val="FFFFFF"/>
                </ns1:solidFill>
              </ns1:defRPr>
            </ns1:lvl8pPr>
            <ns1:lvl9pPr algn="l">
              <ns1:defRPr sz="16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 lang="ru-RU">
                <ns1:solidFill>
                  <ns1:srgbClr val="FFFFFF"/>
                </ns1:solidFill>
              </ns1:rPr>
              <ns1:t>Передача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32545B2E-7D12-430C-9DDE-08B0B230EF43}"/>
              </ns1:ext>
            </ns1:extLst>
          </ns0:cNvPr>
          <ns0:cNvSpPr>
            <ns1:spLocks noGrp="1"/>
          </ns0:cNvSpPr>
          <ns0:nvPr/>
        </ns0:nvSpPr>
        <ns0:spPr>
          <ns1:xfrm>
            <ns1:off x="6648450" y="4610100"/>
            <ns1:ext cx="40957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C7D1E1"/>
                </ns1:solidFill>
              </ns1:defRPr>
            </ns1:defPPr>
            <ns1:lvl1pPr algn="l">
              <ns1:defRPr sz="1200" b="0">
                <ns1:solidFill>
                  <ns1:srgbClr val="C7D1E1"/>
                </ns1:solidFill>
              </ns1:defRPr>
            </ns1:lvl1pPr>
            <ns1:lvl2pPr algn="l">
              <ns1:defRPr sz="1200" b="0">
                <ns1:solidFill>
                  <ns1:srgbClr val="C7D1E1"/>
                </ns1:solidFill>
              </ns1:defRPr>
            </ns1:lvl2pPr>
            <ns1:lvl3pPr algn="l">
              <ns1:defRPr sz="1200" b="0">
                <ns1:solidFill>
                  <ns1:srgbClr val="C7D1E1"/>
                </ns1:solidFill>
              </ns1:defRPr>
            </ns1:lvl3pPr>
            <ns1:lvl4pPr algn="l">
              <ns1:defRPr sz="1200" b="0">
                <ns1:solidFill>
                  <ns1:srgbClr val="C7D1E1"/>
                </ns1:solidFill>
              </ns1:defRPr>
            </ns1:lvl4pPr>
            <ns1:lvl5pPr algn="l">
              <ns1:defRPr sz="1200" b="0">
                <ns1:solidFill>
                  <ns1:srgbClr val="C7D1E1"/>
                </ns1:solidFill>
              </ns1:defRPr>
            </ns1:lvl5pPr>
            <ns1:lvl6pPr algn="l">
              <ns1:defRPr sz="1200" b="0">
                <ns1:solidFill>
                  <ns1:srgbClr val="C7D1E1"/>
                </ns1:solidFill>
              </ns1:defRPr>
            </ns1:lvl6pPr>
            <ns1:lvl7pPr algn="l">
              <ns1:defRPr sz="1200" b="0">
                <ns1:solidFill>
                  <ns1:srgbClr val="C7D1E1"/>
                </ns1:solidFill>
              </ns1:defRPr>
            </ns1:lvl7pPr>
            <ns1:lvl8pPr algn="l">
              <ns1:defRPr sz="1200" b="0">
                <ns1:solidFill>
                  <ns1:srgbClr val="C7D1E1"/>
                </ns1:solidFill>
              </ns1:defRPr>
            </ns1:lvl8pPr>
            <ns1:lvl9pPr algn="l">
              <ns1:defRPr sz="1200" b="0">
                <ns1:solidFill>
                  <ns1:srgbClr val="C7D1E1"/>
                </ns1:solidFill>
              </ns1:defRPr>
            </ns1:lvl9pPr>
          </ns1:lstStyle>
          <ns1:p>
            <ns1:pPr algn="l">
              <ns1:defRPr sz="1200" b="0">
                <ns1:solidFill>
                  <ns1:srgbClr val="C7D1E1"/>
                </ns1:solidFill>
              </ns1:defRPr>
            </ns1:pPr>
            <ns1:r>
              <ns1:rPr sz="1200" b="0" lang="ru-RU">
                <ns1:solidFill>
                  <ns1:srgbClr val="C7D1E1"/>
                </ns1:solidFill>
              </ns1:rPr>
              <ns1:t>Исходники и структура остаются понятными для изменений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489DC0DD-2816-4EF5-89B9-CF5B4F6D615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47625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825" b="1">
                <ns1:solidFill>
                  <ns1:srgbClr val="A9B5C8"/>
                </ns1:solidFill>
              </ns1:defRPr>
            </ns1:defPPr>
            <ns1:lvl1pPr algn="l">
              <ns1:defRPr sz="825" b="1">
                <ns1:solidFill>
                  <ns1:srgbClr val="A9B5C8"/>
                </ns1:solidFill>
              </ns1:defRPr>
            </ns1:lvl1pPr>
            <ns1:lvl2pPr algn="l">
              <ns1:defRPr sz="825" b="1">
                <ns1:solidFill>
                  <ns1:srgbClr val="A9B5C8"/>
                </ns1:solidFill>
              </ns1:defRPr>
            </ns1:lvl2pPr>
            <ns1:lvl3pPr algn="l">
              <ns1:defRPr sz="825" b="1">
                <ns1:solidFill>
                  <ns1:srgbClr val="A9B5C8"/>
                </ns1:solidFill>
              </ns1:defRPr>
            </ns1:lvl3pPr>
            <ns1:lvl4pPr algn="l">
              <ns1:defRPr sz="825" b="1">
                <ns1:solidFill>
                  <ns1:srgbClr val="A9B5C8"/>
                </ns1:solidFill>
              </ns1:defRPr>
            </ns1:lvl4pPr>
            <ns1:lvl5pPr algn="l">
              <ns1:defRPr sz="825" b="1">
                <ns1:solidFill>
                  <ns1:srgbClr val="A9B5C8"/>
                </ns1:solidFill>
              </ns1:defRPr>
            </ns1:lvl5pPr>
            <ns1:lvl6pPr algn="l">
              <ns1:defRPr sz="825" b="1">
                <ns1:solidFill>
                  <ns1:srgbClr val="A9B5C8"/>
                </ns1:solidFill>
              </ns1:defRPr>
            </ns1:lvl6pPr>
            <ns1:lvl7pPr algn="l">
              <ns1:defRPr sz="825" b="1">
                <ns1:solidFill>
                  <ns1:srgbClr val="A9B5C8"/>
                </ns1:solidFill>
              </ns1:defRPr>
            </ns1:lvl7pPr>
            <ns1:lvl8pPr algn="l">
              <ns1:defRPr sz="825" b="1">
                <ns1:solidFill>
                  <ns1:srgbClr val="A9B5C8"/>
                </ns1:solidFill>
              </ns1:defRPr>
            </ns1:lvl8pPr>
            <ns1:lvl9pPr algn="l">
              <ns1:defRPr sz="825" b="1">
                <ns1:solidFill>
                  <ns1:srgbClr val="A9B5C8"/>
                </ns1:solidFill>
              </ns1:defRPr>
            </ns1:lvl9pPr>
          </ns1:lstStyle>
          <ns1:p>
            <ns1:pPr algn="l">
              <ns1:defRPr sz="825" b="1">
                <ns1:solidFill>
                  <ns1:srgbClr val="A9B5C8"/>
                </ns1:solidFill>
              </ns1:defRPr>
            </ns1:pPr>
            <ns1:r>
              <ns1:rPr sz="825" b="1" lang="ru-RU">
                <ns1:solidFill>
                  <ns1:srgbClr val="A9B5C8"/>
                </ns1:solidFill>
              </ns1:rPr>
              <ns1:t>KOPYTOV DIGITAL  /  О КОМПАНИИ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E0A9ADDF-5504-45A5-B2C9-F8072E542A26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6438900"/>
            <ns1:ext cx="666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A9B5C8"/>
                </ns1:solidFill>
              </ns1:defRPr>
            </ns1:defPPr>
            <ns1:lvl1pPr algn="r">
              <ns1:defRPr sz="900" b="1">
                <ns1:solidFill>
                  <ns1:srgbClr val="A9B5C8"/>
                </ns1:solidFill>
              </ns1:defRPr>
            </ns1:lvl1pPr>
            <ns1:lvl2pPr algn="r">
              <ns1:defRPr sz="900" b="1">
                <ns1:solidFill>
                  <ns1:srgbClr val="A9B5C8"/>
                </ns1:solidFill>
              </ns1:defRPr>
            </ns1:lvl2pPr>
            <ns1:lvl3pPr algn="r">
              <ns1:defRPr sz="900" b="1">
                <ns1:solidFill>
                  <ns1:srgbClr val="A9B5C8"/>
                </ns1:solidFill>
              </ns1:defRPr>
            </ns1:lvl3pPr>
            <ns1:lvl4pPr algn="r">
              <ns1:defRPr sz="900" b="1">
                <ns1:solidFill>
                  <ns1:srgbClr val="A9B5C8"/>
                </ns1:solidFill>
              </ns1:defRPr>
            </ns1:lvl4pPr>
            <ns1:lvl5pPr algn="r">
              <ns1:defRPr sz="900" b="1">
                <ns1:solidFill>
                  <ns1:srgbClr val="A9B5C8"/>
                </ns1:solidFill>
              </ns1:defRPr>
            </ns1:lvl5pPr>
            <ns1:lvl6pPr algn="r">
              <ns1:defRPr sz="900" b="1">
                <ns1:solidFill>
                  <ns1:srgbClr val="A9B5C8"/>
                </ns1:solidFill>
              </ns1:defRPr>
            </ns1:lvl6pPr>
            <ns1:lvl7pPr algn="r">
              <ns1:defRPr sz="900" b="1">
                <ns1:solidFill>
                  <ns1:srgbClr val="A9B5C8"/>
                </ns1:solidFill>
              </ns1:defRPr>
            </ns1:lvl7pPr>
            <ns1:lvl8pPr algn="r">
              <ns1:defRPr sz="900" b="1">
                <ns1:solidFill>
                  <ns1:srgbClr val="A9B5C8"/>
                </ns1:solidFill>
              </ns1:defRPr>
            </ns1:lvl8pPr>
            <ns1:lvl9pPr algn="r">
              <ns1:defRPr sz="900" b="1">
                <ns1:solidFill>
                  <ns1:srgbClr val="A9B5C8"/>
                </ns1:solidFill>
              </ns1:defRPr>
            </ns1:lvl9pPr>
          </ns1:lstStyle>
          <ns1:p>
            <ns1:pPr algn="r">
              <ns1:defRPr sz="900" b="1">
                <ns1:solidFill>
                  <ns1:srgbClr val="A9B5C8"/>
                </ns1:solidFill>
              </ns1:defRPr>
            </ns1:pPr>
            <ns1:r>
              <ns1:rPr sz="900" b="1" lang="ru-RU">
                <ns1:solidFill>
                  <ns1:srgbClr val="A9B5C8"/>
                </ns1:solidFill>
              </ns1:rPr>
              <ns1:t>07</ns1:t>
            </ns1:r>
          </ns1:p>
        </ns0:txBody>
      </ns0:sp>
    </ns0:spTree>
    <ns0:extLst>
      <ns0:ext uri="{BB962C8B-B14F-4D97-AF65-F5344CB8AC3E}">
        <ns3:creationId val="1901984352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4F7FB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2" name="">
            <ns1:extLst>
              <ns1:ext uri="{FF2B5EF4-FFF2-40B4-BE49-F238E27FC236}">
                <ns2:creationId id="{6B6FED5E-2F51-404B-B095-AEA3DA9F6E51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71500"/>
            <ns1:ext cx="3143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1">
                <ns1:solidFill>
                  <ns1:srgbClr val="246BFD"/>
                </ns1:solidFill>
              </ns1:defRPr>
            </ns1:defPPr>
            <ns1:lvl1pPr algn="l">
              <ns1:defRPr sz="1275" b="1">
                <ns1:solidFill>
                  <ns1:srgbClr val="246BFD"/>
                </ns1:solidFill>
              </ns1:defRPr>
            </ns1:lvl1pPr>
            <ns1:lvl2pPr algn="l">
              <ns1:defRPr sz="1275" b="1">
                <ns1:solidFill>
                  <ns1:srgbClr val="246BFD"/>
                </ns1:solidFill>
              </ns1:defRPr>
            </ns1:lvl2pPr>
            <ns1:lvl3pPr algn="l">
              <ns1:defRPr sz="1275" b="1">
                <ns1:solidFill>
                  <ns1:srgbClr val="246BFD"/>
                </ns1:solidFill>
              </ns1:defRPr>
            </ns1:lvl3pPr>
            <ns1:lvl4pPr algn="l">
              <ns1:defRPr sz="1275" b="1">
                <ns1:solidFill>
                  <ns1:srgbClr val="246BFD"/>
                </ns1:solidFill>
              </ns1:defRPr>
            </ns1:lvl4pPr>
            <ns1:lvl5pPr algn="l">
              <ns1:defRPr sz="1275" b="1">
                <ns1:solidFill>
                  <ns1:srgbClr val="246BFD"/>
                </ns1:solidFill>
              </ns1:defRPr>
            </ns1:lvl5pPr>
            <ns1:lvl6pPr algn="l">
              <ns1:defRPr sz="1275" b="1">
                <ns1:solidFill>
                  <ns1:srgbClr val="246BFD"/>
                </ns1:solidFill>
              </ns1:defRPr>
            </ns1:lvl6pPr>
            <ns1:lvl7pPr algn="l">
              <ns1:defRPr sz="1275" b="1">
                <ns1:solidFill>
                  <ns1:srgbClr val="246BFD"/>
                </ns1:solidFill>
              </ns1:defRPr>
            </ns1:lvl7pPr>
            <ns1:lvl8pPr algn="l">
              <ns1:defRPr sz="1275" b="1">
                <ns1:solidFill>
                  <ns1:srgbClr val="246BFD"/>
                </ns1:solidFill>
              </ns1:defRPr>
            </ns1:lvl8pPr>
            <ns1:lvl9pPr algn="l">
              <ns1:defRPr sz="12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275" b="1">
                <ns1:solidFill>
                  <ns1:srgbClr val="246BFD"/>
                </ns1:solidFill>
              </ns1:defRPr>
            </ns1:pPr>
            <ns1:r>
              <ns1:rPr sz="1275" b="1" lang="ru-RU">
                <ns1:solidFill>
                  <ns1:srgbClr val="246BFD"/>
                </ns1:solidFill>
              </ns1:rPr>
              <ns1:t>KOPYTOV DIGITAL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CBAC049D-D014-471D-9E7E-2E352B11B6D3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428750"/>
            <ns1:ext cx="8096250" cy="857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450" b="1">
                <ns1:solidFill>
                  <ns1:srgbClr val="131B2B"/>
                </ns1:solidFill>
              </ns1:defRPr>
            </ns1:defPPr>
            <ns1:lvl1pPr algn="l">
              <ns1:defRPr sz="3450" b="1">
                <ns1:solidFill>
                  <ns1:srgbClr val="131B2B"/>
                </ns1:solidFill>
              </ns1:defRPr>
            </ns1:lvl1pPr>
            <ns1:lvl2pPr algn="l">
              <ns1:defRPr sz="3450" b="1">
                <ns1:solidFill>
                  <ns1:srgbClr val="131B2B"/>
                </ns1:solidFill>
              </ns1:defRPr>
            </ns1:lvl2pPr>
            <ns1:lvl3pPr algn="l">
              <ns1:defRPr sz="3450" b="1">
                <ns1:solidFill>
                  <ns1:srgbClr val="131B2B"/>
                </ns1:solidFill>
              </ns1:defRPr>
            </ns1:lvl3pPr>
            <ns1:lvl4pPr algn="l">
              <ns1:defRPr sz="3450" b="1">
                <ns1:solidFill>
                  <ns1:srgbClr val="131B2B"/>
                </ns1:solidFill>
              </ns1:defRPr>
            </ns1:lvl4pPr>
            <ns1:lvl5pPr algn="l">
              <ns1:defRPr sz="3450" b="1">
                <ns1:solidFill>
                  <ns1:srgbClr val="131B2B"/>
                </ns1:solidFill>
              </ns1:defRPr>
            </ns1:lvl5pPr>
            <ns1:lvl6pPr algn="l">
              <ns1:defRPr sz="3450" b="1">
                <ns1:solidFill>
                  <ns1:srgbClr val="131B2B"/>
                </ns1:solidFill>
              </ns1:defRPr>
            </ns1:lvl6pPr>
            <ns1:lvl7pPr algn="l">
              <ns1:defRPr sz="3450" b="1">
                <ns1:solidFill>
                  <ns1:srgbClr val="131B2B"/>
                </ns1:solidFill>
              </ns1:defRPr>
            </ns1:lvl7pPr>
            <ns1:lvl8pPr algn="l">
              <ns1:defRPr sz="3450" b="1">
                <ns1:solidFill>
                  <ns1:srgbClr val="131B2B"/>
                </ns1:solidFill>
              </ns1:defRPr>
            </ns1:lvl8pPr>
            <ns1:lvl9pPr algn="l">
              <ns1:defRPr sz="34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3450" b="1">
                <ns1:solidFill>
                  <ns1:srgbClr val="131B2B"/>
                </ns1:solidFill>
              </ns1:defRPr>
            </ns1:pPr>
            <ns1:r>
              <ns1:rPr sz="3450" b="1" lang="ru-RU">
                <ns1:solidFill>
                  <ns1:srgbClr val="131B2B"/>
                </ns1:solidFill>
              </ns1:rPr>
              <ns1:t>Обсудим вашу задачу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01660637-B0AC-41D0-82C3-B292F28CA95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428875"/>
            <ns1:ext cx="7905750" cy="952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0">
                <ns1:solidFill>
                  <ns1:srgbClr val="657187"/>
                </ns1:solidFill>
              </ns1:defRPr>
            </ns1:defPPr>
            <ns1:lvl1pPr algn="l">
              <ns1:defRPr sz="1650" b="0">
                <ns1:solidFill>
                  <ns1:srgbClr val="657187"/>
                </ns1:solidFill>
              </ns1:defRPr>
            </ns1:lvl1pPr>
            <ns1:lvl2pPr algn="l">
              <ns1:defRPr sz="1650" b="0">
                <ns1:solidFill>
                  <ns1:srgbClr val="657187"/>
                </ns1:solidFill>
              </ns1:defRPr>
            </ns1:lvl2pPr>
            <ns1:lvl3pPr algn="l">
              <ns1:defRPr sz="1650" b="0">
                <ns1:solidFill>
                  <ns1:srgbClr val="657187"/>
                </ns1:solidFill>
              </ns1:defRPr>
            </ns1:lvl3pPr>
            <ns1:lvl4pPr algn="l">
              <ns1:defRPr sz="1650" b="0">
                <ns1:solidFill>
                  <ns1:srgbClr val="657187"/>
                </ns1:solidFill>
              </ns1:defRPr>
            </ns1:lvl4pPr>
            <ns1:lvl5pPr algn="l">
              <ns1:defRPr sz="1650" b="0">
                <ns1:solidFill>
                  <ns1:srgbClr val="657187"/>
                </ns1:solidFill>
              </ns1:defRPr>
            </ns1:lvl5pPr>
            <ns1:lvl6pPr algn="l">
              <ns1:defRPr sz="1650" b="0">
                <ns1:solidFill>
                  <ns1:srgbClr val="657187"/>
                </ns1:solidFill>
              </ns1:defRPr>
            </ns1:lvl6pPr>
            <ns1:lvl7pPr algn="l">
              <ns1:defRPr sz="1650" b="0">
                <ns1:solidFill>
                  <ns1:srgbClr val="657187"/>
                </ns1:solidFill>
              </ns1:defRPr>
            </ns1:lvl7pPr>
            <ns1:lvl8pPr algn="l">
              <ns1:defRPr sz="1650" b="0">
                <ns1:solidFill>
                  <ns1:srgbClr val="657187"/>
                </ns1:solidFill>
              </ns1:defRPr>
            </ns1:lvl8pPr>
            <ns1:lvl9pPr algn="l">
              <ns1:defRPr sz="1650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650" b="0">
                <ns1:solidFill>
                  <ns1:srgbClr val="657187"/>
                </ns1:solidFill>
              </ns1:defRPr>
            </ns1:pPr>
            <ns1:r>
              <ns1:rPr sz="1650" b="0" lang="ru-RU">
                <ns1:solidFill>
                  <ns1:srgbClr val="657187"/>
                </ns1:solidFill>
              </ns1:rPr>
              <ns1:t>Опишите желаемый результат и основные требования. После уточнения деталей определим состав работ, срок и предварительную стоимость.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97D84501-1D00-4553-8B1F-6E0757686471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3857625"/>
            <ns1:ext cx="6191250" cy="781050"/>
          </ns1:xfrm>
          <ns1:prstGeom prst="roundRect">
            <ns1:avLst>
              <ns1:gd name="adj" fmla="val 14634"/>
            </ns1:avLst>
          </ns1:prstGeom>
          <ns1:solidFill>
            <ns1:srgbClr val="0D1728"/>
          </ns1:solidFill>
          <ns1:ln w="0">
            <ns1:noFill/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F9CE782A-F4D7-4835-8A56-6EB1DE4298B4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4038600"/>
            <ns1:ext cx="561975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875" b="1">
                <ns1:solidFill>
                  <ns1:srgbClr val="FFFFFF"/>
                </ns1:solidFill>
              </ns1:defRPr>
            </ns1:defPPr>
            <ns1:lvl1pPr algn="l">
              <ns1:defRPr sz="1875" b="1">
                <ns1:solidFill>
                  <ns1:srgbClr val="FFFFFF"/>
                </ns1:solidFill>
              </ns1:defRPr>
            </ns1:lvl1pPr>
            <ns1:lvl2pPr algn="l">
              <ns1:defRPr sz="1875" b="1">
                <ns1:solidFill>
                  <ns1:srgbClr val="FFFFFF"/>
                </ns1:solidFill>
              </ns1:defRPr>
            </ns1:lvl2pPr>
            <ns1:lvl3pPr algn="l">
              <ns1:defRPr sz="1875" b="1">
                <ns1:solidFill>
                  <ns1:srgbClr val="FFFFFF"/>
                </ns1:solidFill>
              </ns1:defRPr>
            </ns1:lvl3pPr>
            <ns1:lvl4pPr algn="l">
              <ns1:defRPr sz="1875" b="1">
                <ns1:solidFill>
                  <ns1:srgbClr val="FFFFFF"/>
                </ns1:solidFill>
              </ns1:defRPr>
            </ns1:lvl4pPr>
            <ns1:lvl5pPr algn="l">
              <ns1:defRPr sz="1875" b="1">
                <ns1:solidFill>
                  <ns1:srgbClr val="FFFFFF"/>
                </ns1:solidFill>
              </ns1:defRPr>
            </ns1:lvl5pPr>
            <ns1:lvl6pPr algn="l">
              <ns1:defRPr sz="1875" b="1">
                <ns1:solidFill>
                  <ns1:srgbClr val="FFFFFF"/>
                </ns1:solidFill>
              </ns1:defRPr>
            </ns1:lvl6pPr>
            <ns1:lvl7pPr algn="l">
              <ns1:defRPr sz="1875" b="1">
                <ns1:solidFill>
                  <ns1:srgbClr val="FFFFFF"/>
                </ns1:solidFill>
              </ns1:defRPr>
            </ns1:lvl7pPr>
            <ns1:lvl8pPr algn="l">
              <ns1:defRPr sz="1875" b="1">
                <ns1:solidFill>
                  <ns1:srgbClr val="FFFFFF"/>
                </ns1:solidFill>
              </ns1:defRPr>
            </ns1:lvl8pPr>
            <ns1:lvl9pPr algn="l">
              <ns1:defRPr sz="1875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875" b="1">
                <ns1:solidFill>
                  <ns1:srgbClr val="FFFFFF"/>
                </ns1:solidFill>
              </ns1:defRPr>
            </ns1:pPr>
            <ns1:r>
              <ns1:rPr sz="1875" b="1" lang="ru-RU">
                <ns1:solidFill>
                  <ns1:srgbClr val="FFFFFF"/>
                </ns1:solidFill>
              </ns1:rPr>
              <ns1:t>Kopytovdv1999@gmail.com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2AFED2F7-21E6-45D3-BCDF-A095AAC85D8C}"/>
              </ns1:ext>
            </ns1:extLst>
          </ns0:cNvPr>
          <ns0:cNvSpPr>
            <ns1:spLocks noGrp="1"/>
          </ns0:cNvSpPr>
          <ns0:nvPr/>
        </ns0:nvSpPr>
        <ns0:spPr>
          <ns1:xfrm>
            <ns1:off x="7524750" y="3905250"/>
            <ns1:ext cx="3714750" cy="400050"/>
          </ns1:xfrm>
          <ns1:prstGeom prst="roundRect">
            <ns1:avLst>
              <ns1:gd name="adj" fmla="val 28571"/>
            </ns1:avLst>
          </ns1:prstGeom>
          <ns1:solidFill>
            <ns1:srgbClr val="FFFFFF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519724CB-D2EF-43B0-BE82-C029B6EC7E65}"/>
              </ns1:ext>
            </ns1:extLst>
          </ns0:cNvPr>
          <ns0:cNvSpPr>
            <ns1:spLocks noGrp="1"/>
          </ns0:cNvSpPr>
          <ns0:nvPr/>
        </ns0:nvSpPr>
        <ns0:spPr>
          <ns1:xfrm>
            <ns1:off x="7658100" y="4048125"/>
            <ns1:ext cx="95250" cy="95250"/>
          </ns1:xfrm>
          <ns1:prstGeom prst="roundRect">
            <ns1:avLst>
              <ns1:gd name="adj" fmla="val 50000"/>
            </ns1:avLst>
          </ns1:prstGeom>
          <ns1:solidFill>
            <ns1:srgbClr val="F47B61"/>
          </ns1:solidFill>
          <ns1:ln w="0">
            <ns1:noFill/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D4187AC3-BC76-4766-BC75-A25724FE6B5B}"/>
              </ns1:ext>
            </ns1:extLst>
          </ns0:cNvPr>
          <ns0:cNvSpPr>
            <ns1:spLocks noGrp="1"/>
          </ns0:cNvSpPr>
          <ns0:nvPr/>
        </ns0:nvSpPr>
        <ns0:spPr>
          <ns1:xfrm>
            <ns1:off x="7848600" y="3962400"/>
            <ns1:ext cx="32575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1">
                <ns1:solidFill>
                  <ns1:srgbClr val="131B2B"/>
                </ns1:solidFill>
              </ns1:defRPr>
            </ns1:defPPr>
            <ns1:lvl1pPr algn="l">
              <ns1:defRPr sz="1200" b="1">
                <ns1:solidFill>
                  <ns1:srgbClr val="131B2B"/>
                </ns1:solidFill>
              </ns1:defRPr>
            </ns1:lvl1pPr>
            <ns1:lvl2pPr algn="l">
              <ns1:defRPr sz="1200" b="1">
                <ns1:solidFill>
                  <ns1:srgbClr val="131B2B"/>
                </ns1:solidFill>
              </ns1:defRPr>
            </ns1:lvl2pPr>
            <ns1:lvl3pPr algn="l">
              <ns1:defRPr sz="1200" b="1">
                <ns1:solidFill>
                  <ns1:srgbClr val="131B2B"/>
                </ns1:solidFill>
              </ns1:defRPr>
            </ns1:lvl3pPr>
            <ns1:lvl4pPr algn="l">
              <ns1:defRPr sz="1200" b="1">
                <ns1:solidFill>
                  <ns1:srgbClr val="131B2B"/>
                </ns1:solidFill>
              </ns1:defRPr>
            </ns1:lvl4pPr>
            <ns1:lvl5pPr algn="l">
              <ns1:defRPr sz="1200" b="1">
                <ns1:solidFill>
                  <ns1:srgbClr val="131B2B"/>
                </ns1:solidFill>
              </ns1:defRPr>
            </ns1:lvl5pPr>
            <ns1:lvl6pPr algn="l">
              <ns1:defRPr sz="1200" b="1">
                <ns1:solidFill>
                  <ns1:srgbClr val="131B2B"/>
                </ns1:solidFill>
              </ns1:defRPr>
            </ns1:lvl6pPr>
            <ns1:lvl7pPr algn="l">
              <ns1:defRPr sz="1200" b="1">
                <ns1:solidFill>
                  <ns1:srgbClr val="131B2B"/>
                </ns1:solidFill>
              </ns1:defRPr>
            </ns1:lvl7pPr>
            <ns1:lvl8pPr algn="l">
              <ns1:defRPr sz="1200" b="1">
                <ns1:solidFill>
                  <ns1:srgbClr val="131B2B"/>
                </ns1:solidFill>
              </ns1:defRPr>
            </ns1:lvl8pPr>
            <ns1:lvl9pPr algn="l">
              <ns1:defRPr sz="120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200" b="1">
                <ns1:solidFill>
                  <ns1:srgbClr val="131B2B"/>
                </ns1:solidFill>
              </ns1:defRPr>
            </ns1:pPr>
            <ns1:r>
              <ns1:rPr sz="1200" b="1" lang="ru-RU">
                <ns1:solidFill>
                  <ns1:srgbClr val="131B2B"/>
                </ns1:solidFill>
              </ns1:rPr>
              <ns1:t>Следующий шаг — короткое описание задачи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4AB6595F-5E55-47F7-A392-D8614B9A03D8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143500"/>
            <ns1:ext cx="66675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125" b="1">
                <ns1:solidFill>
                  <ns1:srgbClr val="246BFD"/>
                </ns1:solidFill>
              </ns1:defRPr>
            </ns1:defPPr>
            <ns1:lvl1pPr algn="l">
              <ns1:defRPr sz="1125" b="1">
                <ns1:solidFill>
                  <ns1:srgbClr val="246BFD"/>
                </ns1:solidFill>
              </ns1:defRPr>
            </ns1:lvl1pPr>
            <ns1:lvl2pPr algn="l">
              <ns1:defRPr sz="1125" b="1">
                <ns1:solidFill>
                  <ns1:srgbClr val="246BFD"/>
                </ns1:solidFill>
              </ns1:defRPr>
            </ns1:lvl2pPr>
            <ns1:lvl3pPr algn="l">
              <ns1:defRPr sz="1125" b="1">
                <ns1:solidFill>
                  <ns1:srgbClr val="246BFD"/>
                </ns1:solidFill>
              </ns1:defRPr>
            </ns1:lvl3pPr>
            <ns1:lvl4pPr algn="l">
              <ns1:defRPr sz="1125" b="1">
                <ns1:solidFill>
                  <ns1:srgbClr val="246BFD"/>
                </ns1:solidFill>
              </ns1:defRPr>
            </ns1:lvl4pPr>
            <ns1:lvl5pPr algn="l">
              <ns1:defRPr sz="1125" b="1">
                <ns1:solidFill>
                  <ns1:srgbClr val="246BFD"/>
                </ns1:solidFill>
              </ns1:defRPr>
            </ns1:lvl5pPr>
            <ns1:lvl6pPr algn="l">
              <ns1:defRPr sz="1125" b="1">
                <ns1:solidFill>
                  <ns1:srgbClr val="246BFD"/>
                </ns1:solidFill>
              </ns1:defRPr>
            </ns1:lvl6pPr>
            <ns1:lvl7pPr algn="l">
              <ns1:defRPr sz="1125" b="1">
                <ns1:solidFill>
                  <ns1:srgbClr val="246BFD"/>
                </ns1:solidFill>
              </ns1:defRPr>
            </ns1:lvl7pPr>
            <ns1:lvl8pPr algn="l">
              <ns1:defRPr sz="1125" b="1">
                <ns1:solidFill>
                  <ns1:srgbClr val="246BFD"/>
                </ns1:solidFill>
              </ns1:defRPr>
            </ns1:lvl8pPr>
            <ns1:lvl9pPr algn="l">
              <ns1:defRPr sz="112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125" b="1">
                <ns1:solidFill>
                  <ns1:srgbClr val="246BFD"/>
                </ns1:solidFill>
              </ns1:defRPr>
            </ns1:pPr>
            <ns1:r>
              <ns1:rPr sz="1125" b="1" lang="ru-RU">
                <ns1:solidFill>
                  <ns1:srgbClr val="246BFD"/>
                </ns1:solidFill>
              </ns1:rPr>
              <ns1:t>Демонстрационный материал для портфолио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AE741360-B04B-4B7B-B762-B5ECF55A269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47625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825" b="1">
                <ns1:solidFill>
                  <ns1:srgbClr val="657187"/>
                </ns1:solidFill>
              </ns1:defRPr>
            </ns1:defPPr>
            <ns1:lvl1pPr algn="l">
              <ns1:defRPr sz="825" b="1">
                <ns1:solidFill>
                  <ns1:srgbClr val="657187"/>
                </ns1:solidFill>
              </ns1:defRPr>
            </ns1:lvl1pPr>
            <ns1:lvl2pPr algn="l">
              <ns1:defRPr sz="825" b="1">
                <ns1:solidFill>
                  <ns1:srgbClr val="657187"/>
                </ns1:solidFill>
              </ns1:defRPr>
            </ns1:lvl2pPr>
            <ns1:lvl3pPr algn="l">
              <ns1:defRPr sz="825" b="1">
                <ns1:solidFill>
                  <ns1:srgbClr val="657187"/>
                </ns1:solidFill>
              </ns1:defRPr>
            </ns1:lvl3pPr>
            <ns1:lvl4pPr algn="l">
              <ns1:defRPr sz="825" b="1">
                <ns1:solidFill>
                  <ns1:srgbClr val="657187"/>
                </ns1:solidFill>
              </ns1:defRPr>
            </ns1:lvl4pPr>
            <ns1:lvl5pPr algn="l">
              <ns1:defRPr sz="825" b="1">
                <ns1:solidFill>
                  <ns1:srgbClr val="657187"/>
                </ns1:solidFill>
              </ns1:defRPr>
            </ns1:lvl5pPr>
            <ns1:lvl6pPr algn="l">
              <ns1:defRPr sz="825" b="1">
                <ns1:solidFill>
                  <ns1:srgbClr val="657187"/>
                </ns1:solidFill>
              </ns1:defRPr>
            </ns1:lvl6pPr>
            <ns1:lvl7pPr algn="l">
              <ns1:defRPr sz="825" b="1">
                <ns1:solidFill>
                  <ns1:srgbClr val="657187"/>
                </ns1:solidFill>
              </ns1:defRPr>
            </ns1:lvl7pPr>
            <ns1:lvl8pPr algn="l">
              <ns1:defRPr sz="825" b="1">
                <ns1:solidFill>
                  <ns1:srgbClr val="657187"/>
                </ns1:solidFill>
              </ns1:defRPr>
            </ns1:lvl8pPr>
            <ns1:lvl9pPr algn="l">
              <ns1:defRPr sz="825" b="1">
                <ns1:solidFill>
                  <ns1:srgbClr val="657187"/>
                </ns1:solidFill>
              </ns1:defRPr>
            </ns1:lvl9pPr>
          </ns1:lstStyle>
          <ns1:p>
            <ns1:pPr algn="l">
              <ns1:defRPr sz="825" b="1">
                <ns1:solidFill>
                  <ns1:srgbClr val="657187"/>
                </ns1:solidFill>
              </ns1:defRPr>
            </ns1:pPr>
            <ns1:r>
              <ns1:rPr sz="825" b="1" lang="ru-RU">
                <ns1:solidFill>
                  <ns1:srgbClr val="657187"/>
                </ns1:solidFill>
              </ns1:rPr>
              <ns1:t>KOPYTOV DIGITAL  /  О КОМПАНИИ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D8A50377-683C-4096-8371-81259BE3AA44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6438900"/>
            <ns1:ext cx="666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657187"/>
                </ns1:solidFill>
              </ns1:defRPr>
            </ns1:defPPr>
            <ns1:lvl1pPr algn="r">
              <ns1:defRPr sz="900" b="1">
                <ns1:solidFill>
                  <ns1:srgbClr val="657187"/>
                </ns1:solidFill>
              </ns1:defRPr>
            </ns1:lvl1pPr>
            <ns1:lvl2pPr algn="r">
              <ns1:defRPr sz="900" b="1">
                <ns1:solidFill>
                  <ns1:srgbClr val="657187"/>
                </ns1:solidFill>
              </ns1:defRPr>
            </ns1:lvl2pPr>
            <ns1:lvl3pPr algn="r">
              <ns1:defRPr sz="900" b="1">
                <ns1:solidFill>
                  <ns1:srgbClr val="657187"/>
                </ns1:solidFill>
              </ns1:defRPr>
            </ns1:lvl3pPr>
            <ns1:lvl4pPr algn="r">
              <ns1:defRPr sz="900" b="1">
                <ns1:solidFill>
                  <ns1:srgbClr val="657187"/>
                </ns1:solidFill>
              </ns1:defRPr>
            </ns1:lvl4pPr>
            <ns1:lvl5pPr algn="r">
              <ns1:defRPr sz="900" b="1">
                <ns1:solidFill>
                  <ns1:srgbClr val="657187"/>
                </ns1:solidFill>
              </ns1:defRPr>
            </ns1:lvl5pPr>
            <ns1:lvl6pPr algn="r">
              <ns1:defRPr sz="900" b="1">
                <ns1:solidFill>
                  <ns1:srgbClr val="657187"/>
                </ns1:solidFill>
              </ns1:defRPr>
            </ns1:lvl6pPr>
            <ns1:lvl7pPr algn="r">
              <ns1:defRPr sz="900" b="1">
                <ns1:solidFill>
                  <ns1:srgbClr val="657187"/>
                </ns1:solidFill>
              </ns1:defRPr>
            </ns1:lvl7pPr>
            <ns1:lvl8pPr algn="r">
              <ns1:defRPr sz="900" b="1">
                <ns1:solidFill>
                  <ns1:srgbClr val="657187"/>
                </ns1:solidFill>
              </ns1:defRPr>
            </ns1:lvl8pPr>
            <ns1:lvl9pPr algn="r">
              <ns1:defRPr sz="900" b="1">
                <ns1:solidFill>
                  <ns1:srgbClr val="657187"/>
                </ns1:solidFill>
              </ns1:defRPr>
            </ns1:lvl9pPr>
          </ns1:lstStyle>
          <ns1:p>
            <ns1:pPr algn="r">
              <ns1:defRPr sz="900" b="1">
                <ns1:solidFill>
                  <ns1:srgbClr val="657187"/>
                </ns1:solidFill>
              </ns1:defRPr>
            </ns1:pPr>
            <ns1:r>
              <ns1:rPr sz="900" b="1" lang="ru-RU">
                <ns1:solidFill>
                  <ns1:srgbClr val="657187"/>
                </ns1:solidFill>
              </ns1:rPr>
              <ns1:t>08</ns1:t>
            </ns1:r>
          </ns1:p>
        </ns0:txBody>
      </ns0:sp>
    </ns0:spTree>
    <ns0:extLst>
      <ns0:ext uri="{BB962C8B-B14F-4D97-AF65-F5344CB8AC3E}">
        <ns3:creationId val="535063896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2026-10-21T12:11:58.2510000Z</dcterms:created>
  <dcterms:modified xsi:type="dcterms:W3CDTF">2026-10-21T12:11:58.2510000Z</dcterms:modified>
</coreProperties>
</file>