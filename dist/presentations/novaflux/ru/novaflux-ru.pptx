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2ceaf5c5949a1" /><Relationship Type="http://schemas.openxmlformats.org/officeDocument/2006/relationships/extended-properties" Target="/docProps/app.xml" Id="R80be8a0cdf034977" /><Relationship Type="http://schemas.openxmlformats.org/officeDocument/2006/relationships/officeDocument" Target="/ppt/presentation.xml" Id="R82812bdd3d48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46f3fa6ae418b"/>
  </p:sldMasterIdLst>
  <p:notesMasterIdLst>
    <p:notesMasterId xmlns:r="http://schemas.openxmlformats.org/officeDocument/2006/relationships" r:id="Ra35c3222ccca4f12"/>
  </p:notesMasterIdLst>
  <p:sldIdLst>
    <p:sldId xmlns:r="http://schemas.openxmlformats.org/officeDocument/2006/relationships" id="256" r:id="R6b57bee118cf4485"/>
    <p:sldId xmlns:r="http://schemas.openxmlformats.org/officeDocument/2006/relationships" id="257" r:id="Ref00b3dd977d4d7b"/>
    <p:sldId xmlns:r="http://schemas.openxmlformats.org/officeDocument/2006/relationships" id="258" r:id="R1571a0d707ab4cf1"/>
    <p:sldId xmlns:r="http://schemas.openxmlformats.org/officeDocument/2006/relationships" id="259" r:id="R85fafbb28a6c4bc9"/>
    <p:sldId xmlns:r="http://schemas.openxmlformats.org/officeDocument/2006/relationships" id="260" r:id="R73a3780762744653"/>
    <p:sldId xmlns:r="http://schemas.openxmlformats.org/officeDocument/2006/relationships" id="261" r:id="Rdb270eafd0b244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51347bbcd4025" /><Relationship Type="http://schemas.openxmlformats.org/officeDocument/2006/relationships/slideMaster" Target="/ppt/slideMasters/slideMaster1.xml" Id="R7ff46f3fa6ae418b" /><Relationship Type="http://schemas.openxmlformats.org/officeDocument/2006/relationships/notesMaster" Target="/ppt/notesMasters/notesMaster1.xml" Id="Ra35c3222ccca4f12" /><Relationship Type="http://schemas.openxmlformats.org/officeDocument/2006/relationships/presProps" Target="/ppt/presProps.xml" Id="Rcdaccfd79e454383" /><Relationship Type="http://schemas.openxmlformats.org/officeDocument/2006/relationships/tableStyles" Target="/ppt/tableStyles.xml" Id="R85230d78fbab4f5d" /><Relationship Type="http://schemas.openxmlformats.org/officeDocument/2006/relationships/slide" Target="/ppt/slides/slide1.xml" Id="R6b57bee118cf4485" /><Relationship Type="http://schemas.openxmlformats.org/officeDocument/2006/relationships/slide" Target="/ppt/slides/slide2.xml" Id="Ref00b3dd977d4d7b" /><Relationship Type="http://schemas.openxmlformats.org/officeDocument/2006/relationships/slide" Target="/ppt/slides/slide3.xml" Id="R1571a0d707ab4cf1" /><Relationship Type="http://schemas.openxmlformats.org/officeDocument/2006/relationships/slide" Target="/ppt/slides/slide4.xml" Id="R85fafbb28a6c4bc9" /><Relationship Type="http://schemas.openxmlformats.org/officeDocument/2006/relationships/slide" Target="/ppt/slides/slide5.xml" Id="R73a3780762744653" /><Relationship Type="http://schemas.openxmlformats.org/officeDocument/2006/relationships/slide" Target="/ppt/slides/slide6.xml" Id="Rdb270eafd0b244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5480bd62f4c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61e559c95403d" /><Relationship Type="http://schemas.openxmlformats.org/officeDocument/2006/relationships/notesMaster" Target="/ppt/notesMasters/notesMaster1.xml" Id="R31e03889774a46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cf059b888a41c7" /><Relationship Type="http://schemas.openxmlformats.org/officeDocument/2006/relationships/notesMaster" Target="/ppt/notesMasters/notesMaster1.xml" Id="Rd04dfc11543e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545eb5b73e42e3" /><Relationship Type="http://schemas.openxmlformats.org/officeDocument/2006/relationships/notesMaster" Target="/ppt/notesMasters/notesMaster1.xml" Id="Ra4cec92fe492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54c831f4a4383" /><Relationship Type="http://schemas.openxmlformats.org/officeDocument/2006/relationships/notesMaster" Target="/ppt/notesMasters/notesMaster1.xml" Id="R35cd1c89c96a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74d26a07954e44" /><Relationship Type="http://schemas.openxmlformats.org/officeDocument/2006/relationships/notesMaster" Target="/ppt/notesMasters/notesMaster1.xml" Id="R54f4f3853f854c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ceedec6b2a4ee1" /><Relationship Type="http://schemas.openxmlformats.org/officeDocument/2006/relationships/notesMaster" Target="/ppt/notesMasters/notesMaster1.xml" Id="Re7a62cd59148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2ccba0d5f4f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db85899f6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9a85f8ced44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3b336969b4e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b65044d6b44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fc1c729bc45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B6094B-A6E2-4525-9AFB-EAF8DD8B7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D8CC83-3C9E-4742-9930-DECAD7282E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6B1BCD-A9DD-422B-9095-9C6267AEA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209F14-2250-4C62-B660-DC72F1CC5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DFC682-353A-470F-AAE7-32408C309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B31B0D-B8B1-444A-9672-30B054AC9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4A32D-BBEC-4FFD-B241-764557D56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971E5A-66B7-4C3D-93FE-EDDFBDD6FF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54CEC-DE38-40F4-8893-A3E18A8A9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20CB5E-18F7-4712-8269-FC38E784E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10e4f171c437c" /><Relationship Type="http://schemas.openxmlformats.org/officeDocument/2006/relationships/slideLayout" Target="/ppt/slideLayouts/slideLayout1.xml" Id="R131e20df4e1e4e0e" /><Relationship Type="http://schemas.openxmlformats.org/officeDocument/2006/relationships/slideLayout" Target="/ppt/slideLayouts/slideLayout2.xml" Id="R940389f5f15248e6" /><Relationship Type="http://schemas.openxmlformats.org/officeDocument/2006/relationships/slideLayout" Target="/ppt/slideLayouts/slideLayout3.xml" Id="R16b1d7ef670b45a6" /><Relationship Type="http://schemas.openxmlformats.org/officeDocument/2006/relationships/slideLayout" Target="/ppt/slideLayouts/slideLayout4.xml" Id="Rf7af4ab6a0a54644" /><Relationship Type="http://schemas.openxmlformats.org/officeDocument/2006/relationships/slideLayout" Target="/ppt/slideLayouts/slideLayout5.xml" Id="Rad7fa200758a4ae4" /><Relationship Type="http://schemas.openxmlformats.org/officeDocument/2006/relationships/slideLayout" Target="/ppt/slideLayouts/slideLayout6.xml" Id="Rf9bfec36914047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e20df4e1e4e0e"/>
    <p:sldLayoutId xmlns:r="http://schemas.openxmlformats.org/officeDocument/2006/relationships" id="2147483650" r:id="R940389f5f15248e6"/>
    <p:sldLayoutId xmlns:r="http://schemas.openxmlformats.org/officeDocument/2006/relationships" id="2147483651" r:id="R16b1d7ef670b45a6"/>
    <p:sldLayoutId xmlns:r="http://schemas.openxmlformats.org/officeDocument/2006/relationships" id="2147483652" r:id="Rf7af4ab6a0a54644"/>
    <p:sldLayoutId xmlns:r="http://schemas.openxmlformats.org/officeDocument/2006/relationships" id="2147483653" r:id="Rad7fa200758a4ae4"/>
    <p:sldLayoutId xmlns:r="http://schemas.openxmlformats.org/officeDocument/2006/relationships" id="2147483654" r:id="Rf9bfec36914047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b4356d4b547f5" /><Relationship Type="http://schemas.openxmlformats.org/officeDocument/2006/relationships/image" Target="/ppt/media/image.png" Id="Ra60b1accdbf9406d" /><Relationship Type="http://schemas.openxmlformats.org/officeDocument/2006/relationships/notesSlide" Target="/ppt/notesSlides/notesSlide1.xml" Id="R7fc7cbe7ad6946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117305fbb46b1" /><Relationship Type="http://schemas.openxmlformats.org/officeDocument/2006/relationships/notesSlide" Target="/ppt/notesSlides/notesSlide2.xml" Id="R42c74bfd338c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5feecfd0f4538" /><Relationship Type="http://schemas.openxmlformats.org/officeDocument/2006/relationships/notesSlide" Target="/ppt/notesSlides/notesSlide3.xml" Id="Rd26f28be96d9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d57df44f047d7" /><Relationship Type="http://schemas.openxmlformats.org/officeDocument/2006/relationships/notesSlide" Target="/ppt/notesSlides/notesSlide4.xml" Id="R9c7076a3c4e04c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2546dd940404a" /><Relationship Type="http://schemas.openxmlformats.org/officeDocument/2006/relationships/notesSlide" Target="/ppt/notesSlides/notesSlide5.xml" Id="Rd776b2208f1d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1e90742154e2a" /><Relationship Type="http://schemas.openxmlformats.org/officeDocument/2006/relationships/notesSlide" Target="/ppt/notesSlides/notesSlide6.xml" Id="R581ab43735d744ab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E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0" name="">
            <ns1:extLst>
              <ns1:ext uri="{FF2B5EF4-FFF2-40B4-BE49-F238E27FC236}">
                <ns2:creationId id="{AC26F631-16BD-45F9-B6C9-AE74D2DAE190}"/>
              </ns1:ext>
            </ns1:extLst>
          </ns0:cNvPr>
          <ns0:cNvPicPr>
            <ns1:picLocks noChangeAspect="1"/>
          </ns0:cNvPicPr>
          <ns0:nvPr/>
        </ns0:nvPicPr>
        <ns0:blipFill>
          <ns1:blip ns3:embed="Ra60b1accdbf9406d"/>
          <ns1:srcRect l="20000" t="0" r="0" b="0"/>
          <ns1:stretch/>
        </ns0:blipFill>
        <ns0:spPr>
          <ns1:xfrm>
            <ns1:off x="4429125" y="0"/>
            <ns1:ext cx="7762875" cy="68580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47FC5CBE-6AC8-4834-B5E5-EBF7A84A6CC2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6191250" cy="6858000"/>
          </ns1:xfrm>
          <ns1:prstGeom prst="rect">
            <ns1:avLst/>
          </ns1:prstGeom>
          <ns1:solidFill>
            <ns1:srgbClr val="0E1728"/>
          </ns1:solidFill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05C783FC-067C-45B2-983A-CAE006E0B5F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28650"/>
            <ns1:ext cx="2667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C7F36B"/>
                </ns1:solidFill>
              </ns1:defRPr>
            </ns1:defPPr>
            <ns1:lvl1pPr algn="l">
              <ns1:defRPr sz="1350" b="1">
                <ns1:solidFill>
                  <ns1:srgbClr val="C7F36B"/>
                </ns1:solidFill>
              </ns1:defRPr>
            </ns1:lvl1pPr>
            <ns1:lvl2pPr algn="l">
              <ns1:defRPr sz="1350" b="1">
                <ns1:solidFill>
                  <ns1:srgbClr val="C7F36B"/>
                </ns1:solidFill>
              </ns1:defRPr>
            </ns1:lvl2pPr>
            <ns1:lvl3pPr algn="l">
              <ns1:defRPr sz="1350" b="1">
                <ns1:solidFill>
                  <ns1:srgbClr val="C7F36B"/>
                </ns1:solidFill>
              </ns1:defRPr>
            </ns1:lvl3pPr>
            <ns1:lvl4pPr algn="l">
              <ns1:defRPr sz="1350" b="1">
                <ns1:solidFill>
                  <ns1:srgbClr val="C7F36B"/>
                </ns1:solidFill>
              </ns1:defRPr>
            </ns1:lvl4pPr>
            <ns1:lvl5pPr algn="l">
              <ns1:defRPr sz="1350" b="1">
                <ns1:solidFill>
                  <ns1:srgbClr val="C7F36B"/>
                </ns1:solidFill>
              </ns1:defRPr>
            </ns1:lvl5pPr>
            <ns1:lvl6pPr algn="l">
              <ns1:defRPr sz="1350" b="1">
                <ns1:solidFill>
                  <ns1:srgbClr val="C7F36B"/>
                </ns1:solidFill>
              </ns1:defRPr>
            </ns1:lvl6pPr>
            <ns1:lvl7pPr algn="l">
              <ns1:defRPr sz="1350" b="1">
                <ns1:solidFill>
                  <ns1:srgbClr val="C7F36B"/>
                </ns1:solidFill>
              </ns1:defRPr>
            </ns1:lvl7pPr>
            <ns1:lvl8pPr algn="l">
              <ns1:defRPr sz="1350" b="1">
                <ns1:solidFill>
                  <ns1:srgbClr val="C7F36B"/>
                </ns1:solidFill>
              </ns1:defRPr>
            </ns1:lvl8pPr>
            <ns1:lvl9pPr algn="l">
              <ns1:defRPr sz="135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350" b="1">
                <ns1:solidFill>
                  <ns1:srgbClr val="C7F36B"/>
                </ns1:solidFill>
              </ns1:defRPr>
            </ns1:pPr>
            <ns1:r>
              <ns1:rPr sz="1350" b="1" lang="ru-RU">
                <ns1:solidFill>
                  <ns1:srgbClr val="C7F36B"/>
                </ns1:solidFill>
              </ns1:rPr>
              <ns1:t>NOVAFLUX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6924B80C-1F2E-4253-8113-25475AE44D5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57350"/>
            <ns1:ext cx="4524375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600" b="1">
                <ns1:solidFill>
                  <ns1:srgbClr val="FFFFFF"/>
                </ns1:solidFill>
              </ns1:defRPr>
            </ns1:defPPr>
            <ns1:lvl1pPr algn="l">
              <ns1:defRPr sz="3600" b="1">
                <ns1:solidFill>
                  <ns1:srgbClr val="FFFFFF"/>
                </ns1:solidFill>
              </ns1:defRPr>
            </ns1:lvl1pPr>
            <ns1:lvl2pPr algn="l">
              <ns1:defRPr sz="3600" b="1">
                <ns1:solidFill>
                  <ns1:srgbClr val="FFFFFF"/>
                </ns1:solidFill>
              </ns1:defRPr>
            </ns1:lvl2pPr>
            <ns1:lvl3pPr algn="l">
              <ns1:defRPr sz="3600" b="1">
                <ns1:solidFill>
                  <ns1:srgbClr val="FFFFFF"/>
                </ns1:solidFill>
              </ns1:defRPr>
            </ns1:lvl3pPr>
            <ns1:lvl4pPr algn="l">
              <ns1:defRPr sz="3600" b="1">
                <ns1:solidFill>
                  <ns1:srgbClr val="FFFFFF"/>
                </ns1:solidFill>
              </ns1:defRPr>
            </ns1:lvl4pPr>
            <ns1:lvl5pPr algn="l">
              <ns1:defRPr sz="3600" b="1">
                <ns1:solidFill>
                  <ns1:srgbClr val="FFFFFF"/>
                </ns1:solidFill>
              </ns1:defRPr>
            </ns1:lvl5pPr>
            <ns1:lvl6pPr algn="l">
              <ns1:defRPr sz="3600" b="1">
                <ns1:solidFill>
                  <ns1:srgbClr val="FFFFFF"/>
                </ns1:solidFill>
              </ns1:defRPr>
            </ns1:lvl6pPr>
            <ns1:lvl7pPr algn="l">
              <ns1:defRPr sz="3600" b="1">
                <ns1:solidFill>
                  <ns1:srgbClr val="FFFFFF"/>
                </ns1:solidFill>
              </ns1:defRPr>
            </ns1:lvl7pPr>
            <ns1:lvl8pPr algn="l">
              <ns1:defRPr sz="3600" b="1">
                <ns1:solidFill>
                  <ns1:srgbClr val="FFFFFF"/>
                </ns1:solidFill>
              </ns1:defRPr>
            </ns1:lvl8pPr>
            <ns1:lvl9pPr algn="l">
              <ns1:defRPr sz="36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ru-RU">
                <ns1:solidFill>
                  <ns1:srgbClr val="FFFFFF"/>
                </ns1:solidFill>
              </ns1:rPr>
              <ns1:t>Автоматизация без ручной рутины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D33A251-69FB-4525-8650-3397C41F2E0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333750"/>
            <ns1:ext cx="4095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8D3E7"/>
                </ns1:solidFill>
              </ns1:defRPr>
            </ns1:defPPr>
            <ns1:lvl1pPr algn="l">
              <ns1:defRPr sz="1650" b="0">
                <ns1:solidFill>
                  <ns1:srgbClr val="C8D3E7"/>
                </ns1:solidFill>
              </ns1:defRPr>
            </ns1:lvl1pPr>
            <ns1:lvl2pPr algn="l">
              <ns1:defRPr sz="1650" b="0">
                <ns1:solidFill>
                  <ns1:srgbClr val="C8D3E7"/>
                </ns1:solidFill>
              </ns1:defRPr>
            </ns1:lvl2pPr>
            <ns1:lvl3pPr algn="l">
              <ns1:defRPr sz="1650" b="0">
                <ns1:solidFill>
                  <ns1:srgbClr val="C8D3E7"/>
                </ns1:solidFill>
              </ns1:defRPr>
            </ns1:lvl3pPr>
            <ns1:lvl4pPr algn="l">
              <ns1:defRPr sz="1650" b="0">
                <ns1:solidFill>
                  <ns1:srgbClr val="C8D3E7"/>
                </ns1:solidFill>
              </ns1:defRPr>
            </ns1:lvl4pPr>
            <ns1:lvl5pPr algn="l">
              <ns1:defRPr sz="1650" b="0">
                <ns1:solidFill>
                  <ns1:srgbClr val="C8D3E7"/>
                </ns1:solidFill>
              </ns1:defRPr>
            </ns1:lvl5pPr>
            <ns1:lvl6pPr algn="l">
              <ns1:defRPr sz="1650" b="0">
                <ns1:solidFill>
                  <ns1:srgbClr val="C8D3E7"/>
                </ns1:solidFill>
              </ns1:defRPr>
            </ns1:lvl6pPr>
            <ns1:lvl7pPr algn="l">
              <ns1:defRPr sz="1650" b="0">
                <ns1:solidFill>
                  <ns1:srgbClr val="C8D3E7"/>
                </ns1:solidFill>
              </ns1:defRPr>
            </ns1:lvl7pPr>
            <ns1:lvl8pPr algn="l">
              <ns1:defRPr sz="1650" b="0">
                <ns1:solidFill>
                  <ns1:srgbClr val="C8D3E7"/>
                </ns1:solidFill>
              </ns1:defRPr>
            </ns1:lvl8pPr>
            <ns1:lvl9pPr algn="l">
              <ns1:defRPr sz="1650" b="0">
                <ns1:solidFill>
                  <ns1:srgbClr val="C8D3E7"/>
                </ns1:solidFill>
              </ns1:defRPr>
            </ns1:lvl9pPr>
          </ns1:lstStyle>
          <ns1:p>
            <ns1:pPr algn="l">
              <ns1:defRPr sz="1650" b="0">
                <ns1:solidFill>
                  <ns1:srgbClr val="C8D3E7"/>
                </ns1:solidFill>
              </ns1:defRPr>
            </ns1:pPr>
            <ns1:r>
              <ns1:rPr sz="1650" b="0" lang="ru-RU">
                <ns1:solidFill>
                  <ns1:srgbClr val="C8D3E7"/>
                </ns1:solidFill>
              </ns1:rPr>
              <ns1:t>Концепция цифрового продукта для управления рабочими процессами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9A658D8-5E74-41B4-A0B0-948EF349C0A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91050"/>
            <ns1:ext cx="1952625" cy="457200"/>
          </ns1:xfrm>
          <ns1:prstGeom prst="roundRect">
            <ns1:avLst>
              <ns1:gd name="adj" fmla="val 25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88E2AC72-EFCE-45D5-8B38-758513CD3312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4667250"/>
            <ns1:ext cx="1619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125" b="1">
                <ns1:solidFill>
                  <ns1:srgbClr val="FFFFFF"/>
                </ns1:solidFill>
              </ns1:defRPr>
            </ns1:defPPr>
            <ns1:lvl1pPr algn="ctr">
              <ns1:defRPr sz="1125" b="1">
                <ns1:solidFill>
                  <ns1:srgbClr val="FFFFFF"/>
                </ns1:solidFill>
              </ns1:defRPr>
            </ns1:lvl1pPr>
            <ns1:lvl2pPr algn="ctr">
              <ns1:defRPr sz="1125" b="1">
                <ns1:solidFill>
                  <ns1:srgbClr val="FFFFFF"/>
                </ns1:solidFill>
              </ns1:defRPr>
            </ns1:lvl2pPr>
            <ns1:lvl3pPr algn="ctr">
              <ns1:defRPr sz="1125" b="1">
                <ns1:solidFill>
                  <ns1:srgbClr val="FFFFFF"/>
                </ns1:solidFill>
              </ns1:defRPr>
            </ns1:lvl3pPr>
            <ns1:lvl4pPr algn="ctr">
              <ns1:defRPr sz="1125" b="1">
                <ns1:solidFill>
                  <ns1:srgbClr val="FFFFFF"/>
                </ns1:solidFill>
              </ns1:defRPr>
            </ns1:lvl4pPr>
            <ns1:lvl5pPr algn="ctr">
              <ns1:defRPr sz="1125" b="1">
                <ns1:solidFill>
                  <ns1:srgbClr val="FFFFFF"/>
                </ns1:solidFill>
              </ns1:defRPr>
            </ns1:lvl5pPr>
            <ns1:lvl6pPr algn="ctr">
              <ns1:defRPr sz="1125" b="1">
                <ns1:solidFill>
                  <ns1:srgbClr val="FFFFFF"/>
                </ns1:solidFill>
              </ns1:defRPr>
            </ns1:lvl6pPr>
            <ns1:lvl7pPr algn="ctr">
              <ns1:defRPr sz="1125" b="1">
                <ns1:solidFill>
                  <ns1:srgbClr val="FFFFFF"/>
                </ns1:solidFill>
              </ns1:defRPr>
            </ns1:lvl7pPr>
            <ns1:lvl8pPr algn="ctr">
              <ns1:defRPr sz="1125" b="1">
                <ns1:solidFill>
                  <ns1:srgbClr val="FFFFFF"/>
                </ns1:solidFill>
              </ns1:defRPr>
            </ns1:lvl8pPr>
            <ns1:lvl9pPr algn="ctr">
              <ns1:defRPr sz="1125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1125" b="1">
                <ns1:solidFill>
                  <ns1:srgbClr val="FFFFFF"/>
                </ns1:solidFill>
              </ns1:defRPr>
            </ns1:pPr>
            <ns1:r>
              <ns1:rPr sz="1125" b="1" lang="ru-RU">
                <ns1:solidFill>
                  <ns1:srgbClr val="FFFFFF"/>
                </ns1:solidFill>
              </ns1:rPr>
              <ns1:t>ПРЕЗЕНТАЦИЯ ПРОДУКТА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8EC3935-1E73-4F83-BB00-6E69C987ABD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8A7C2"/>
                </ns1:solidFill>
              </ns1:defRPr>
            </ns1:defPPr>
            <ns1:lvl1pPr algn="l">
              <ns1:defRPr sz="900" b="1">
                <ns1:solidFill>
                  <ns1:srgbClr val="98A7C2"/>
                </ns1:solidFill>
              </ns1:defRPr>
            </ns1:lvl1pPr>
            <ns1:lvl2pPr algn="l">
              <ns1:defRPr sz="900" b="1">
                <ns1:solidFill>
                  <ns1:srgbClr val="98A7C2"/>
                </ns1:solidFill>
              </ns1:defRPr>
            </ns1:lvl2pPr>
            <ns1:lvl3pPr algn="l">
              <ns1:defRPr sz="900" b="1">
                <ns1:solidFill>
                  <ns1:srgbClr val="98A7C2"/>
                </ns1:solidFill>
              </ns1:defRPr>
            </ns1:lvl3pPr>
            <ns1:lvl4pPr algn="l">
              <ns1:defRPr sz="900" b="1">
                <ns1:solidFill>
                  <ns1:srgbClr val="98A7C2"/>
                </ns1:solidFill>
              </ns1:defRPr>
            </ns1:lvl4pPr>
            <ns1:lvl5pPr algn="l">
              <ns1:defRPr sz="900" b="1">
                <ns1:solidFill>
                  <ns1:srgbClr val="98A7C2"/>
                </ns1:solidFill>
              </ns1:defRPr>
            </ns1:lvl5pPr>
            <ns1:lvl6pPr algn="l">
              <ns1:defRPr sz="900" b="1">
                <ns1:solidFill>
                  <ns1:srgbClr val="98A7C2"/>
                </ns1:solidFill>
              </ns1:defRPr>
            </ns1:lvl6pPr>
            <ns1:lvl7pPr algn="l">
              <ns1:defRPr sz="900" b="1">
                <ns1:solidFill>
                  <ns1:srgbClr val="98A7C2"/>
                </ns1:solidFill>
              </ns1:defRPr>
            </ns1:lvl7pPr>
            <ns1:lvl8pPr algn="l">
              <ns1:defRPr sz="900" b="1">
                <ns1:solidFill>
                  <ns1:srgbClr val="98A7C2"/>
                </ns1:solidFill>
              </ns1:defRPr>
            </ns1:lvl8pPr>
            <ns1:lvl9pPr algn="l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l">
              <ns1:defRPr sz="900" b="1">
                <ns1:solidFill>
                  <ns1:srgbClr val="98A7C2"/>
                </ns1:solidFill>
              </ns1:defRPr>
            </ns1:pPr>
            <ns1:r>
              <ns1:rPr sz="900" b="1" lang="ru-RU">
                <ns1:solidFill>
                  <ns1:srgbClr val="98A7C2"/>
                </ns1:solidFill>
              </ns1:rPr>
              <ns1:t>NOVAFLUX  /  ОБЗОР ПРОДУКТА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7ECA25F-1B19-49DD-B63F-C1A2BD785606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8A7C2"/>
                </ns1:solidFill>
              </ns1:defRPr>
            </ns1:defPPr>
            <ns1:lvl1pPr algn="r">
              <ns1:defRPr sz="900" b="1">
                <ns1:solidFill>
                  <ns1:srgbClr val="98A7C2"/>
                </ns1:solidFill>
              </ns1:defRPr>
            </ns1:lvl1pPr>
            <ns1:lvl2pPr algn="r">
              <ns1:defRPr sz="900" b="1">
                <ns1:solidFill>
                  <ns1:srgbClr val="98A7C2"/>
                </ns1:solidFill>
              </ns1:defRPr>
            </ns1:lvl2pPr>
            <ns1:lvl3pPr algn="r">
              <ns1:defRPr sz="900" b="1">
                <ns1:solidFill>
                  <ns1:srgbClr val="98A7C2"/>
                </ns1:solidFill>
              </ns1:defRPr>
            </ns1:lvl3pPr>
            <ns1:lvl4pPr algn="r">
              <ns1:defRPr sz="900" b="1">
                <ns1:solidFill>
                  <ns1:srgbClr val="98A7C2"/>
                </ns1:solidFill>
              </ns1:defRPr>
            </ns1:lvl4pPr>
            <ns1:lvl5pPr algn="r">
              <ns1:defRPr sz="900" b="1">
                <ns1:solidFill>
                  <ns1:srgbClr val="98A7C2"/>
                </ns1:solidFill>
              </ns1:defRPr>
            </ns1:lvl5pPr>
            <ns1:lvl6pPr algn="r">
              <ns1:defRPr sz="900" b="1">
                <ns1:solidFill>
                  <ns1:srgbClr val="98A7C2"/>
                </ns1:solidFill>
              </ns1:defRPr>
            </ns1:lvl6pPr>
            <ns1:lvl7pPr algn="r">
              <ns1:defRPr sz="900" b="1">
                <ns1:solidFill>
                  <ns1:srgbClr val="98A7C2"/>
                </ns1:solidFill>
              </ns1:defRPr>
            </ns1:lvl7pPr>
            <ns1:lvl8pPr algn="r">
              <ns1:defRPr sz="900" b="1">
                <ns1:solidFill>
                  <ns1:srgbClr val="98A7C2"/>
                </ns1:solidFill>
              </ns1:defRPr>
            </ns1:lvl8pPr>
            <ns1:lvl9pPr algn="r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r">
              <ns1:defRPr sz="900" b="1">
                <ns1:solidFill>
                  <ns1:srgbClr val="98A7C2"/>
                </ns1:solidFill>
              </ns1:defRPr>
            </ns1:pPr>
            <ns1:r>
              <ns1:rPr sz="900" b="1" lang="ru-RU">
                <ns1:solidFill>
                  <ns1:srgbClr val="98A7C2"/>
                </ns1:solidFill>
              </ns1:rPr>
              <ns1:t>01</ns1:t>
            </ns1:r>
          </ns1:p>
        </ns0:txBody>
      </ns0:sp>
    </ns0:spTree>
    <ns0:extLst>
      <ns0:ext uri="{BB962C8B-B14F-4D97-AF65-F5344CB8AC3E}">
        <ns4:creationId val="35180194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" name="">
            <ns1:extLst>
              <ns1:ext uri="{FF2B5EF4-FFF2-40B4-BE49-F238E27FC236}">
                <ns2:creationId id="{BDA6C8BF-7937-4612-9C3D-77DD1625D21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КОНТЕКСТ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51959894-5168-432D-BF1E-F40BA79D96C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11827"/>
                </ns1:solidFill>
              </ns1:defRPr>
            </ns1:defPPr>
            <ns1:lvl1pPr algn="l">
              <ns1:defRPr sz="3150" b="1">
                <ns1:solidFill>
                  <ns1:srgbClr val="111827"/>
                </ns1:solidFill>
              </ns1:defRPr>
            </ns1:lvl1pPr>
            <ns1:lvl2pPr algn="l">
              <ns1:defRPr sz="3150" b="1">
                <ns1:solidFill>
                  <ns1:srgbClr val="111827"/>
                </ns1:solidFill>
              </ns1:defRPr>
            </ns1:lvl2pPr>
            <ns1:lvl3pPr algn="l">
              <ns1:defRPr sz="3150" b="1">
                <ns1:solidFill>
                  <ns1:srgbClr val="111827"/>
                </ns1:solidFill>
              </ns1:defRPr>
            </ns1:lvl3pPr>
            <ns1:lvl4pPr algn="l">
              <ns1:defRPr sz="3150" b="1">
                <ns1:solidFill>
                  <ns1:srgbClr val="111827"/>
                </ns1:solidFill>
              </ns1:defRPr>
            </ns1:lvl4pPr>
            <ns1:lvl5pPr algn="l">
              <ns1:defRPr sz="3150" b="1">
                <ns1:solidFill>
                  <ns1:srgbClr val="111827"/>
                </ns1:solidFill>
              </ns1:defRPr>
            </ns1:lvl5pPr>
            <ns1:lvl6pPr algn="l">
              <ns1:defRPr sz="3150" b="1">
                <ns1:solidFill>
                  <ns1:srgbClr val="111827"/>
                </ns1:solidFill>
              </ns1:defRPr>
            </ns1:lvl6pPr>
            <ns1:lvl7pPr algn="l">
              <ns1:defRPr sz="3150" b="1">
                <ns1:solidFill>
                  <ns1:srgbClr val="111827"/>
                </ns1:solidFill>
              </ns1:defRPr>
            </ns1:lvl7pPr>
            <ns1:lvl8pPr algn="l">
              <ns1:defRPr sz="3150" b="1">
                <ns1:solidFill>
                  <ns1:srgbClr val="111827"/>
                </ns1:solidFill>
              </ns1:defRPr>
            </ns1:lvl8pPr>
            <ns1:lvl9pPr algn="l">
              <ns1:defRPr sz="31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3150" b="1">
                <ns1:solidFill>
                  <ns1:srgbClr val="111827"/>
                </ns1:solidFill>
              </ns1:defRPr>
            </ns1:pPr>
            <ns1:r>
              <ns1:rPr sz="3150" b="1" lang="ru-RU">
                <ns1:solidFill>
                  <ns1:srgbClr val="111827"/>
                </ns1:solidFill>
              </ns1:rPr>
              <ns1:t>Ручные передачи замедляют процесс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464CDD23-38D7-49CE-8660-7322E9461B9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8763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67085"/>
                </ns1:solidFill>
              </ns1:defRPr>
            </ns1:defPPr>
            <ns1:lvl1pPr algn="l">
              <ns1:defRPr sz="1500" b="0">
                <ns1:solidFill>
                  <ns1:srgbClr val="667085"/>
                </ns1:solidFill>
              </ns1:defRPr>
            </ns1:lvl1pPr>
            <ns1:lvl2pPr algn="l">
              <ns1:defRPr sz="1500" b="0">
                <ns1:solidFill>
                  <ns1:srgbClr val="667085"/>
                </ns1:solidFill>
              </ns1:defRPr>
            </ns1:lvl2pPr>
            <ns1:lvl3pPr algn="l">
              <ns1:defRPr sz="1500" b="0">
                <ns1:solidFill>
                  <ns1:srgbClr val="667085"/>
                </ns1:solidFill>
              </ns1:defRPr>
            </ns1:lvl3pPr>
            <ns1:lvl4pPr algn="l">
              <ns1:defRPr sz="1500" b="0">
                <ns1:solidFill>
                  <ns1:srgbClr val="667085"/>
                </ns1:solidFill>
              </ns1:defRPr>
            </ns1:lvl4pPr>
            <ns1:lvl5pPr algn="l">
              <ns1:defRPr sz="1500" b="0">
                <ns1:solidFill>
                  <ns1:srgbClr val="667085"/>
                </ns1:solidFill>
              </ns1:defRPr>
            </ns1:lvl5pPr>
            <ns1:lvl6pPr algn="l">
              <ns1:defRPr sz="1500" b="0">
                <ns1:solidFill>
                  <ns1:srgbClr val="667085"/>
                </ns1:solidFill>
              </ns1:defRPr>
            </ns1:lvl6pPr>
            <ns1:lvl7pPr algn="l">
              <ns1:defRPr sz="1500" b="0">
                <ns1:solidFill>
                  <ns1:srgbClr val="667085"/>
                </ns1:solidFill>
              </ns1:defRPr>
            </ns1:lvl7pPr>
            <ns1:lvl8pPr algn="l">
              <ns1:defRPr sz="1500" b="0">
                <ns1:solidFill>
                  <ns1:srgbClr val="667085"/>
                </ns1:solidFill>
              </ns1:defRPr>
            </ns1:lvl8pPr>
            <ns1:lvl9pPr algn="l">
              <ns1:defRPr sz="150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00" b="0">
                <ns1:solidFill>
                  <ns1:srgbClr val="667085"/>
                </ns1:solidFill>
              </ns1:defRPr>
            </ns1:pPr>
            <ns1:r>
              <ns1:rPr sz="1500" b="0" lang="ru-RU">
                <ns1:solidFill>
                  <ns1:srgbClr val="667085"/>
                </ns1:solidFill>
              </ns1:rPr>
              <ns1:t>Концептуальная презентация. Показатели ниже описывают типичный сценарий, а не результаты реального клиента.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5E8F495-0F45-4A37-BCF0-963DCE8DCDB5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667000"/>
            <ns1:ext cx="5143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246BFD"/>
                </ns1:solidFill>
              </ns1:defRPr>
            </ns1:defPPr>
            <ns1:lvl1pPr algn="l">
              <ns1:defRPr sz="1650" b="1">
                <ns1:solidFill>
                  <ns1:srgbClr val="246BFD"/>
                </ns1:solidFill>
              </ns1:defRPr>
            </ns1:lvl1pPr>
            <ns1:lvl2pPr algn="l">
              <ns1:defRPr sz="1650" b="1">
                <ns1:solidFill>
                  <ns1:srgbClr val="246BFD"/>
                </ns1:solidFill>
              </ns1:defRPr>
            </ns1:lvl2pPr>
            <ns1:lvl3pPr algn="l">
              <ns1:defRPr sz="1650" b="1">
                <ns1:solidFill>
                  <ns1:srgbClr val="246BFD"/>
                </ns1:solidFill>
              </ns1:defRPr>
            </ns1:lvl3pPr>
            <ns1:lvl4pPr algn="l">
              <ns1:defRPr sz="1650" b="1">
                <ns1:solidFill>
                  <ns1:srgbClr val="246BFD"/>
                </ns1:solidFill>
              </ns1:defRPr>
            </ns1:lvl4pPr>
            <ns1:lvl5pPr algn="l">
              <ns1:defRPr sz="1650" b="1">
                <ns1:solidFill>
                  <ns1:srgbClr val="246BFD"/>
                </ns1:solidFill>
              </ns1:defRPr>
            </ns1:lvl5pPr>
            <ns1:lvl6pPr algn="l">
              <ns1:defRPr sz="1650" b="1">
                <ns1:solidFill>
                  <ns1:srgbClr val="246BFD"/>
                </ns1:solidFill>
              </ns1:defRPr>
            </ns1:lvl6pPr>
            <ns1:lvl7pPr algn="l">
              <ns1:defRPr sz="1650" b="1">
                <ns1:solidFill>
                  <ns1:srgbClr val="246BFD"/>
                </ns1:solidFill>
              </ns1:defRPr>
            </ns1:lvl7pPr>
            <ns1:lvl8pPr algn="l">
              <ns1:defRPr sz="1650" b="1">
                <ns1:solidFill>
                  <ns1:srgbClr val="246BFD"/>
                </ns1:solidFill>
              </ns1:defRPr>
            </ns1:lvl8pPr>
            <ns1:lvl9pPr algn="l">
              <ns1:defRPr sz="16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650" b="1">
                <ns1:solidFill>
                  <ns1:srgbClr val="246BFD"/>
                </ns1:solidFill>
              </ns1:defRPr>
            </ns1:pPr>
            <ns1:r>
              <ns1:rPr sz="1650" b="1" lang="ru-RU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39EC70B-09FC-40CC-B67C-1D172F2FA6DB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2647950"/>
            <ns1:ext cx="3619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11827"/>
                </ns1:solidFill>
              </ns1:defRPr>
            </ns1:defPPr>
            <ns1:lvl1pPr algn="l">
              <ns1:defRPr sz="1875" b="1">
                <ns1:solidFill>
                  <ns1:srgbClr val="111827"/>
                </ns1:solidFill>
              </ns1:defRPr>
            </ns1:lvl1pPr>
            <ns1:lvl2pPr algn="l">
              <ns1:defRPr sz="1875" b="1">
                <ns1:solidFill>
                  <ns1:srgbClr val="111827"/>
                </ns1:solidFill>
              </ns1:defRPr>
            </ns1:lvl2pPr>
            <ns1:lvl3pPr algn="l">
              <ns1:defRPr sz="1875" b="1">
                <ns1:solidFill>
                  <ns1:srgbClr val="111827"/>
                </ns1:solidFill>
              </ns1:defRPr>
            </ns1:lvl3pPr>
            <ns1:lvl4pPr algn="l">
              <ns1:defRPr sz="1875" b="1">
                <ns1:solidFill>
                  <ns1:srgbClr val="111827"/>
                </ns1:solidFill>
              </ns1:defRPr>
            </ns1:lvl4pPr>
            <ns1:lvl5pPr algn="l">
              <ns1:defRPr sz="1875" b="1">
                <ns1:solidFill>
                  <ns1:srgbClr val="111827"/>
                </ns1:solidFill>
              </ns1:defRPr>
            </ns1:lvl5pPr>
            <ns1:lvl6pPr algn="l">
              <ns1:defRPr sz="1875" b="1">
                <ns1:solidFill>
                  <ns1:srgbClr val="111827"/>
                </ns1:solidFill>
              </ns1:defRPr>
            </ns1:lvl6pPr>
            <ns1:lvl7pPr algn="l">
              <ns1:defRPr sz="1875" b="1">
                <ns1:solidFill>
                  <ns1:srgbClr val="111827"/>
                </ns1:solidFill>
              </ns1:defRPr>
            </ns1:lvl7pPr>
            <ns1:lvl8pPr algn="l">
              <ns1:defRPr sz="1875" b="1">
                <ns1:solidFill>
                  <ns1:srgbClr val="111827"/>
                </ns1:solidFill>
              </ns1:defRPr>
            </ns1:lvl8pPr>
            <ns1:lvl9pPr algn="l">
              <ns1:defRPr sz="187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875" b="1">
                <ns1:solidFill>
                  <ns1:srgbClr val="111827"/>
                </ns1:solidFill>
              </ns1:defRPr>
            </ns1:pPr>
            <ns1:r>
              <ns1:rPr sz="1875" b="1" lang="ru-RU">
                <ns1:solidFill>
                  <ns1:srgbClr val="111827"/>
                </ns1:solidFill>
              </ns1:rPr>
              <ns1:t>Заявка приходит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4D3FF59-5437-4BC2-9988-05D765CA2CB9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3038475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67085"/>
                </ns1:solidFill>
              </ns1:defRPr>
            </ns1:defPPr>
            <ns1:lvl1pPr algn="l">
              <ns1:defRPr sz="1350" b="0">
                <ns1:solidFill>
                  <ns1:srgbClr val="667085"/>
                </ns1:solidFill>
              </ns1:defRPr>
            </ns1:lvl1pPr>
            <ns1:lvl2pPr algn="l">
              <ns1:defRPr sz="1350" b="0">
                <ns1:solidFill>
                  <ns1:srgbClr val="667085"/>
                </ns1:solidFill>
              </ns1:defRPr>
            </ns1:lvl2pPr>
            <ns1:lvl3pPr algn="l">
              <ns1:defRPr sz="1350" b="0">
                <ns1:solidFill>
                  <ns1:srgbClr val="667085"/>
                </ns1:solidFill>
              </ns1:defRPr>
            </ns1:lvl3pPr>
            <ns1:lvl4pPr algn="l">
              <ns1:defRPr sz="1350" b="0">
                <ns1:solidFill>
                  <ns1:srgbClr val="667085"/>
                </ns1:solidFill>
              </ns1:defRPr>
            </ns1:lvl4pPr>
            <ns1:lvl5pPr algn="l">
              <ns1:defRPr sz="1350" b="0">
                <ns1:solidFill>
                  <ns1:srgbClr val="667085"/>
                </ns1:solidFill>
              </ns1:defRPr>
            </ns1:lvl5pPr>
            <ns1:lvl6pPr algn="l">
              <ns1:defRPr sz="1350" b="0">
                <ns1:solidFill>
                  <ns1:srgbClr val="667085"/>
                </ns1:solidFill>
              </ns1:defRPr>
            </ns1:lvl6pPr>
            <ns1:lvl7pPr algn="l">
              <ns1:defRPr sz="1350" b="0">
                <ns1:solidFill>
                  <ns1:srgbClr val="667085"/>
                </ns1:solidFill>
              </ns1:defRPr>
            </ns1:lvl7pPr>
            <ns1:lvl8pPr algn="l">
              <ns1:defRPr sz="1350" b="0">
                <ns1:solidFill>
                  <ns1:srgbClr val="667085"/>
                </ns1:solidFill>
              </ns1:defRPr>
            </ns1:lvl8pPr>
            <ns1:lvl9pPr algn="l">
              <ns1:defRPr sz="135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350" b="0">
                <ns1:solidFill>
                  <ns1:srgbClr val="667085"/>
                </ns1:solidFill>
              </ns1:defRPr>
            </ns1:pPr>
            <ns1:r>
              <ns1:rPr sz="1350" b="0" lang="ru-RU">
                <ns1:solidFill>
                  <ns1:srgbClr val="667085"/>
                </ns1:solidFill>
              </ns1:rPr>
              <ns1:t>Почта, форма или таблица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C2ACB26-AA4A-4ED3-B949-AC7FDBDF10A7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209925"/>
            <ns1:ext cx="28575" cy="704850"/>
          </ns1:xfrm>
          <ns1:prstGeom prst="rect">
            <ns1:avLst/>
          </ns1:prstGeom>
          <ns1:solidFill>
            <ns1:srgbClr val="D8E0EC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0496E78E-5168-4F59-AD0F-415A276013C3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924300"/>
            <ns1:ext cx="5143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246BFD"/>
                </ns1:solidFill>
              </ns1:defRPr>
            </ns1:defPPr>
            <ns1:lvl1pPr algn="l">
              <ns1:defRPr sz="1650" b="1">
                <ns1:solidFill>
                  <ns1:srgbClr val="246BFD"/>
                </ns1:solidFill>
              </ns1:defRPr>
            </ns1:lvl1pPr>
            <ns1:lvl2pPr algn="l">
              <ns1:defRPr sz="1650" b="1">
                <ns1:solidFill>
                  <ns1:srgbClr val="246BFD"/>
                </ns1:solidFill>
              </ns1:defRPr>
            </ns1:lvl2pPr>
            <ns1:lvl3pPr algn="l">
              <ns1:defRPr sz="1650" b="1">
                <ns1:solidFill>
                  <ns1:srgbClr val="246BFD"/>
                </ns1:solidFill>
              </ns1:defRPr>
            </ns1:lvl3pPr>
            <ns1:lvl4pPr algn="l">
              <ns1:defRPr sz="1650" b="1">
                <ns1:solidFill>
                  <ns1:srgbClr val="246BFD"/>
                </ns1:solidFill>
              </ns1:defRPr>
            </ns1:lvl4pPr>
            <ns1:lvl5pPr algn="l">
              <ns1:defRPr sz="1650" b="1">
                <ns1:solidFill>
                  <ns1:srgbClr val="246BFD"/>
                </ns1:solidFill>
              </ns1:defRPr>
            </ns1:lvl5pPr>
            <ns1:lvl6pPr algn="l">
              <ns1:defRPr sz="1650" b="1">
                <ns1:solidFill>
                  <ns1:srgbClr val="246BFD"/>
                </ns1:solidFill>
              </ns1:defRPr>
            </ns1:lvl6pPr>
            <ns1:lvl7pPr algn="l">
              <ns1:defRPr sz="1650" b="1">
                <ns1:solidFill>
                  <ns1:srgbClr val="246BFD"/>
                </ns1:solidFill>
              </ns1:defRPr>
            </ns1:lvl7pPr>
            <ns1:lvl8pPr algn="l">
              <ns1:defRPr sz="1650" b="1">
                <ns1:solidFill>
                  <ns1:srgbClr val="246BFD"/>
                </ns1:solidFill>
              </ns1:defRPr>
            </ns1:lvl8pPr>
            <ns1:lvl9pPr algn="l">
              <ns1:defRPr sz="16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650" b="1">
                <ns1:solidFill>
                  <ns1:srgbClr val="246BFD"/>
                </ns1:solidFill>
              </ns1:defRPr>
            </ns1:pPr>
            <ns1:r>
              <ns1:rPr sz="1650" b="1" lang="ru-RU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5135D0F-A223-40A3-93FA-7224E4017F37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3905250"/>
            <ns1:ext cx="3619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11827"/>
                </ns1:solidFill>
              </ns1:defRPr>
            </ns1:defPPr>
            <ns1:lvl1pPr algn="l">
              <ns1:defRPr sz="1875" b="1">
                <ns1:solidFill>
                  <ns1:srgbClr val="111827"/>
                </ns1:solidFill>
              </ns1:defRPr>
            </ns1:lvl1pPr>
            <ns1:lvl2pPr algn="l">
              <ns1:defRPr sz="1875" b="1">
                <ns1:solidFill>
                  <ns1:srgbClr val="111827"/>
                </ns1:solidFill>
              </ns1:defRPr>
            </ns1:lvl2pPr>
            <ns1:lvl3pPr algn="l">
              <ns1:defRPr sz="1875" b="1">
                <ns1:solidFill>
                  <ns1:srgbClr val="111827"/>
                </ns1:solidFill>
              </ns1:defRPr>
            </ns1:lvl3pPr>
            <ns1:lvl4pPr algn="l">
              <ns1:defRPr sz="1875" b="1">
                <ns1:solidFill>
                  <ns1:srgbClr val="111827"/>
                </ns1:solidFill>
              </ns1:defRPr>
            </ns1:lvl4pPr>
            <ns1:lvl5pPr algn="l">
              <ns1:defRPr sz="1875" b="1">
                <ns1:solidFill>
                  <ns1:srgbClr val="111827"/>
                </ns1:solidFill>
              </ns1:defRPr>
            </ns1:lvl5pPr>
            <ns1:lvl6pPr algn="l">
              <ns1:defRPr sz="1875" b="1">
                <ns1:solidFill>
                  <ns1:srgbClr val="111827"/>
                </ns1:solidFill>
              </ns1:defRPr>
            </ns1:lvl6pPr>
            <ns1:lvl7pPr algn="l">
              <ns1:defRPr sz="1875" b="1">
                <ns1:solidFill>
                  <ns1:srgbClr val="111827"/>
                </ns1:solidFill>
              </ns1:defRPr>
            </ns1:lvl7pPr>
            <ns1:lvl8pPr algn="l">
              <ns1:defRPr sz="1875" b="1">
                <ns1:solidFill>
                  <ns1:srgbClr val="111827"/>
                </ns1:solidFill>
              </ns1:defRPr>
            </ns1:lvl8pPr>
            <ns1:lvl9pPr algn="l">
              <ns1:defRPr sz="187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875" b="1">
                <ns1:solidFill>
                  <ns1:srgbClr val="111827"/>
                </ns1:solidFill>
              </ns1:defRPr>
            </ns1:pPr>
            <ns1:r>
              <ns1:rPr sz="1875" b="1" lang="ru-RU">
                <ns1:solidFill>
                  <ns1:srgbClr val="111827"/>
                </ns1:solidFill>
              </ns1:rPr>
              <ns1:t>Данные копируют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E3B6279-5FDA-4A49-AAAA-25FB12E8D2F0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4295775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67085"/>
                </ns1:solidFill>
              </ns1:defRPr>
            </ns1:defPPr>
            <ns1:lvl1pPr algn="l">
              <ns1:defRPr sz="1350" b="0">
                <ns1:solidFill>
                  <ns1:srgbClr val="667085"/>
                </ns1:solidFill>
              </ns1:defRPr>
            </ns1:lvl1pPr>
            <ns1:lvl2pPr algn="l">
              <ns1:defRPr sz="1350" b="0">
                <ns1:solidFill>
                  <ns1:srgbClr val="667085"/>
                </ns1:solidFill>
              </ns1:defRPr>
            </ns1:lvl2pPr>
            <ns1:lvl3pPr algn="l">
              <ns1:defRPr sz="1350" b="0">
                <ns1:solidFill>
                  <ns1:srgbClr val="667085"/>
                </ns1:solidFill>
              </ns1:defRPr>
            </ns1:lvl3pPr>
            <ns1:lvl4pPr algn="l">
              <ns1:defRPr sz="1350" b="0">
                <ns1:solidFill>
                  <ns1:srgbClr val="667085"/>
                </ns1:solidFill>
              </ns1:defRPr>
            </ns1:lvl4pPr>
            <ns1:lvl5pPr algn="l">
              <ns1:defRPr sz="1350" b="0">
                <ns1:solidFill>
                  <ns1:srgbClr val="667085"/>
                </ns1:solidFill>
              </ns1:defRPr>
            </ns1:lvl5pPr>
            <ns1:lvl6pPr algn="l">
              <ns1:defRPr sz="1350" b="0">
                <ns1:solidFill>
                  <ns1:srgbClr val="667085"/>
                </ns1:solidFill>
              </ns1:defRPr>
            </ns1:lvl6pPr>
            <ns1:lvl7pPr algn="l">
              <ns1:defRPr sz="1350" b="0">
                <ns1:solidFill>
                  <ns1:srgbClr val="667085"/>
                </ns1:solidFill>
              </ns1:defRPr>
            </ns1:lvl7pPr>
            <ns1:lvl8pPr algn="l">
              <ns1:defRPr sz="1350" b="0">
                <ns1:solidFill>
                  <ns1:srgbClr val="667085"/>
                </ns1:solidFill>
              </ns1:defRPr>
            </ns1:lvl8pPr>
            <ns1:lvl9pPr algn="l">
              <ns1:defRPr sz="135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350" b="0">
                <ns1:solidFill>
                  <ns1:srgbClr val="667085"/>
                </ns1:solidFill>
              </ns1:defRPr>
            </ns1:pPr>
            <ns1:r>
              <ns1:rPr sz="1350" b="0" lang="ru-RU">
                <ns1:solidFill>
                  <ns1:srgbClr val="667085"/>
                </ns1:solidFill>
              </ns1:rPr>
              <ns1:t>Сотрудник переносит поля вручную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9A91354-EA69-405C-A259-44DA982B2145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4467225"/>
            <ns1:ext cx="28575" cy="704850"/>
          </ns1:xfrm>
          <ns1:prstGeom prst="rect">
            <ns1:avLst/>
          </ns1:prstGeom>
          <ns1:solidFill>
            <ns1:srgbClr val="D8E0EC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9955D566-9185-4CB6-BDD1-662E5DAB1A75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5181600"/>
            <ns1:ext cx="5143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246BFD"/>
                </ns1:solidFill>
              </ns1:defRPr>
            </ns1:defPPr>
            <ns1:lvl1pPr algn="l">
              <ns1:defRPr sz="1650" b="1">
                <ns1:solidFill>
                  <ns1:srgbClr val="246BFD"/>
                </ns1:solidFill>
              </ns1:defRPr>
            </ns1:lvl1pPr>
            <ns1:lvl2pPr algn="l">
              <ns1:defRPr sz="1650" b="1">
                <ns1:solidFill>
                  <ns1:srgbClr val="246BFD"/>
                </ns1:solidFill>
              </ns1:defRPr>
            </ns1:lvl2pPr>
            <ns1:lvl3pPr algn="l">
              <ns1:defRPr sz="1650" b="1">
                <ns1:solidFill>
                  <ns1:srgbClr val="246BFD"/>
                </ns1:solidFill>
              </ns1:defRPr>
            </ns1:lvl3pPr>
            <ns1:lvl4pPr algn="l">
              <ns1:defRPr sz="1650" b="1">
                <ns1:solidFill>
                  <ns1:srgbClr val="246BFD"/>
                </ns1:solidFill>
              </ns1:defRPr>
            </ns1:lvl4pPr>
            <ns1:lvl5pPr algn="l">
              <ns1:defRPr sz="1650" b="1">
                <ns1:solidFill>
                  <ns1:srgbClr val="246BFD"/>
                </ns1:solidFill>
              </ns1:defRPr>
            </ns1:lvl5pPr>
            <ns1:lvl6pPr algn="l">
              <ns1:defRPr sz="1650" b="1">
                <ns1:solidFill>
                  <ns1:srgbClr val="246BFD"/>
                </ns1:solidFill>
              </ns1:defRPr>
            </ns1:lvl6pPr>
            <ns1:lvl7pPr algn="l">
              <ns1:defRPr sz="1650" b="1">
                <ns1:solidFill>
                  <ns1:srgbClr val="246BFD"/>
                </ns1:solidFill>
              </ns1:defRPr>
            </ns1:lvl7pPr>
            <ns1:lvl8pPr algn="l">
              <ns1:defRPr sz="1650" b="1">
                <ns1:solidFill>
                  <ns1:srgbClr val="246BFD"/>
                </ns1:solidFill>
              </ns1:defRPr>
            </ns1:lvl8pPr>
            <ns1:lvl9pPr algn="l">
              <ns1:defRPr sz="16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650" b="1">
                <ns1:solidFill>
                  <ns1:srgbClr val="246BFD"/>
                </ns1:solidFill>
              </ns1:defRPr>
            </ns1:pPr>
            <ns1:r>
              <ns1:rPr sz="1650" b="1" lang="ru-RU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AB401881-2649-44A9-B0CE-27E83740EE09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5162550"/>
            <ns1:ext cx="3619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11827"/>
                </ns1:solidFill>
              </ns1:defRPr>
            </ns1:defPPr>
            <ns1:lvl1pPr algn="l">
              <ns1:defRPr sz="1875" b="1">
                <ns1:solidFill>
                  <ns1:srgbClr val="111827"/>
                </ns1:solidFill>
              </ns1:defRPr>
            </ns1:lvl1pPr>
            <ns1:lvl2pPr algn="l">
              <ns1:defRPr sz="1875" b="1">
                <ns1:solidFill>
                  <ns1:srgbClr val="111827"/>
                </ns1:solidFill>
              </ns1:defRPr>
            </ns1:lvl2pPr>
            <ns1:lvl3pPr algn="l">
              <ns1:defRPr sz="1875" b="1">
                <ns1:solidFill>
                  <ns1:srgbClr val="111827"/>
                </ns1:solidFill>
              </ns1:defRPr>
            </ns1:lvl3pPr>
            <ns1:lvl4pPr algn="l">
              <ns1:defRPr sz="1875" b="1">
                <ns1:solidFill>
                  <ns1:srgbClr val="111827"/>
                </ns1:solidFill>
              </ns1:defRPr>
            </ns1:lvl4pPr>
            <ns1:lvl5pPr algn="l">
              <ns1:defRPr sz="1875" b="1">
                <ns1:solidFill>
                  <ns1:srgbClr val="111827"/>
                </ns1:solidFill>
              </ns1:defRPr>
            </ns1:lvl5pPr>
            <ns1:lvl6pPr algn="l">
              <ns1:defRPr sz="1875" b="1">
                <ns1:solidFill>
                  <ns1:srgbClr val="111827"/>
                </ns1:solidFill>
              </ns1:defRPr>
            </ns1:lvl6pPr>
            <ns1:lvl7pPr algn="l">
              <ns1:defRPr sz="1875" b="1">
                <ns1:solidFill>
                  <ns1:srgbClr val="111827"/>
                </ns1:solidFill>
              </ns1:defRPr>
            </ns1:lvl7pPr>
            <ns1:lvl8pPr algn="l">
              <ns1:defRPr sz="1875" b="1">
                <ns1:solidFill>
                  <ns1:srgbClr val="111827"/>
                </ns1:solidFill>
              </ns1:defRPr>
            </ns1:lvl8pPr>
            <ns1:lvl9pPr algn="l">
              <ns1:defRPr sz="187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875" b="1">
                <ns1:solidFill>
                  <ns1:srgbClr val="111827"/>
                </ns1:solidFill>
              </ns1:defRPr>
            </ns1:pPr>
            <ns1:r>
              <ns1:rPr sz="1875" b="1" lang="ru-RU">
                <ns1:solidFill>
                  <ns1:srgbClr val="111827"/>
                </ns1:solidFill>
              </ns1:rPr>
              <ns1:t>Статус теряется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BDC3D71-1782-470A-B10E-4EB5EF61D969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5553075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67085"/>
                </ns1:solidFill>
              </ns1:defRPr>
            </ns1:defPPr>
            <ns1:lvl1pPr algn="l">
              <ns1:defRPr sz="1350" b="0">
                <ns1:solidFill>
                  <ns1:srgbClr val="667085"/>
                </ns1:solidFill>
              </ns1:defRPr>
            </ns1:lvl1pPr>
            <ns1:lvl2pPr algn="l">
              <ns1:defRPr sz="1350" b="0">
                <ns1:solidFill>
                  <ns1:srgbClr val="667085"/>
                </ns1:solidFill>
              </ns1:defRPr>
            </ns1:lvl2pPr>
            <ns1:lvl3pPr algn="l">
              <ns1:defRPr sz="1350" b="0">
                <ns1:solidFill>
                  <ns1:srgbClr val="667085"/>
                </ns1:solidFill>
              </ns1:defRPr>
            </ns1:lvl3pPr>
            <ns1:lvl4pPr algn="l">
              <ns1:defRPr sz="1350" b="0">
                <ns1:solidFill>
                  <ns1:srgbClr val="667085"/>
                </ns1:solidFill>
              </ns1:defRPr>
            </ns1:lvl4pPr>
            <ns1:lvl5pPr algn="l">
              <ns1:defRPr sz="1350" b="0">
                <ns1:solidFill>
                  <ns1:srgbClr val="667085"/>
                </ns1:solidFill>
              </ns1:defRPr>
            </ns1:lvl5pPr>
            <ns1:lvl6pPr algn="l">
              <ns1:defRPr sz="1350" b="0">
                <ns1:solidFill>
                  <ns1:srgbClr val="667085"/>
                </ns1:solidFill>
              </ns1:defRPr>
            </ns1:lvl6pPr>
            <ns1:lvl7pPr algn="l">
              <ns1:defRPr sz="1350" b="0">
                <ns1:solidFill>
                  <ns1:srgbClr val="667085"/>
                </ns1:solidFill>
              </ns1:defRPr>
            </ns1:lvl7pPr>
            <ns1:lvl8pPr algn="l">
              <ns1:defRPr sz="1350" b="0">
                <ns1:solidFill>
                  <ns1:srgbClr val="667085"/>
                </ns1:solidFill>
              </ns1:defRPr>
            </ns1:lvl8pPr>
            <ns1:lvl9pPr algn="l">
              <ns1:defRPr sz="135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350" b="0">
                <ns1:solidFill>
                  <ns1:srgbClr val="667085"/>
                </ns1:solidFill>
              </ns1:defRPr>
            </ns1:pPr>
            <ns1:r>
              <ns1:rPr sz="1350" b="0" lang="ru-RU">
                <ns1:solidFill>
                  <ns1:srgbClr val="667085"/>
                </ns1:solidFill>
              </ns1:rPr>
              <ns1:t>Команда уточняет, кто отвечает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1A2F5B53-90C1-4DA4-84DD-BB98F697A1E0}"/>
              </ns1:ext>
            </ns1:extLst>
          </ns0:cNvPr>
          <ns0:cNvSpPr>
            <ns1:spLocks noGrp="1"/>
          </ns0:cNvSpPr>
          <ns0:nvPr/>
        </ns0:nvSpPr>
        <ns0:spPr>
          <ns1:xfrm>
            <ns1:off x="6715125" y="2571750"/>
            <ns1:ext cx="4476750" cy="3048000"/>
          </ns1:xfrm>
          <ns1:prstGeom prst="roundRect">
            <ns1:avLst>
              <ns1:gd name="adj" fmla="val 3750"/>
            </ns1:avLst>
          </ns1:prstGeom>
          <ns1:solidFill>
            <ns1:srgbClr val="0E1728"/>
          </ns1:solidFill>
          <ns1:ln w="0">
            <ns1:noFill/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7E383438-BCB0-4AB3-A50B-30A9516DD357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2952750"/>
            <ns1:ext cx="3524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00" b="1">
                <ns1:solidFill>
                  <ns1:srgbClr val="FFFFFF"/>
                </ns1:solidFill>
              </ns1:defRPr>
            </ns1:defPPr>
            <ns1:lvl1pPr algn="l">
              <ns1:defRPr sz="1800" b="1">
                <ns1:solidFill>
                  <ns1:srgbClr val="FFFFFF"/>
                </ns1:solidFill>
              </ns1:defRPr>
            </ns1:lvl1pPr>
            <ns1:lvl2pPr algn="l">
              <ns1:defRPr sz="1800" b="1">
                <ns1:solidFill>
                  <ns1:srgbClr val="FFFFFF"/>
                </ns1:solidFill>
              </ns1:defRPr>
            </ns1:lvl2pPr>
            <ns1:lvl3pPr algn="l">
              <ns1:defRPr sz="1800" b="1">
                <ns1:solidFill>
                  <ns1:srgbClr val="FFFFFF"/>
                </ns1:solidFill>
              </ns1:defRPr>
            </ns1:lvl3pPr>
            <ns1:lvl4pPr algn="l">
              <ns1:defRPr sz="1800" b="1">
                <ns1:solidFill>
                  <ns1:srgbClr val="FFFFFF"/>
                </ns1:solidFill>
              </ns1:defRPr>
            </ns1:lvl4pPr>
            <ns1:lvl5pPr algn="l">
              <ns1:defRPr sz="1800" b="1">
                <ns1:solidFill>
                  <ns1:srgbClr val="FFFFFF"/>
                </ns1:solidFill>
              </ns1:defRPr>
            </ns1:lvl5pPr>
            <ns1:lvl6pPr algn="l">
              <ns1:defRPr sz="1800" b="1">
                <ns1:solidFill>
                  <ns1:srgbClr val="FFFFFF"/>
                </ns1:solidFill>
              </ns1:defRPr>
            </ns1:lvl6pPr>
            <ns1:lvl7pPr algn="l">
              <ns1:defRPr sz="1800" b="1">
                <ns1:solidFill>
                  <ns1:srgbClr val="FFFFFF"/>
                </ns1:solidFill>
              </ns1:defRPr>
            </ns1:lvl7pPr>
            <ns1:lvl8pPr algn="l">
              <ns1:defRPr sz="1800" b="1">
                <ns1:solidFill>
                  <ns1:srgbClr val="FFFFFF"/>
                </ns1:solidFill>
              </ns1:defRPr>
            </ns1:lvl8pPr>
            <ns1:lvl9pPr algn="l">
              <ns1:defRPr sz="18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800" b="1">
                <ns1:solidFill>
                  <ns1:srgbClr val="FFFFFF"/>
                </ns1:solidFill>
              </ns1:defRPr>
            </ns1:pPr>
            <ns1:r>
              <ns1:rPr sz="1800" b="1" lang="ru-RU">
                <ns1:solidFill>
                  <ns1:srgbClr val="FFFFFF"/>
                </ns1:solidFill>
              </ns1:rPr>
              <ns1:t>Один сбой заметен сразу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F115BDB-5F99-41AD-9D72-34D51C089432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3571875"/>
            <ns1:ext cx="3429000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0">
                <ns1:solidFill>
                  <ns1:srgbClr val="D7E0F0"/>
                </ns1:solidFill>
              </ns1:defRPr>
            </ns1:defPPr>
            <ns1:lvl1pPr algn="l">
              <ns1:defRPr sz="2025" b="0">
                <ns1:solidFill>
                  <ns1:srgbClr val="D7E0F0"/>
                </ns1:solidFill>
              </ns1:defRPr>
            </ns1:lvl1pPr>
            <ns1:lvl2pPr algn="l">
              <ns1:defRPr sz="2025" b="0">
                <ns1:solidFill>
                  <ns1:srgbClr val="D7E0F0"/>
                </ns1:solidFill>
              </ns1:defRPr>
            </ns1:lvl2pPr>
            <ns1:lvl3pPr algn="l">
              <ns1:defRPr sz="2025" b="0">
                <ns1:solidFill>
                  <ns1:srgbClr val="D7E0F0"/>
                </ns1:solidFill>
              </ns1:defRPr>
            </ns1:lvl3pPr>
            <ns1:lvl4pPr algn="l">
              <ns1:defRPr sz="2025" b="0">
                <ns1:solidFill>
                  <ns1:srgbClr val="D7E0F0"/>
                </ns1:solidFill>
              </ns1:defRPr>
            </ns1:lvl4pPr>
            <ns1:lvl5pPr algn="l">
              <ns1:defRPr sz="2025" b="0">
                <ns1:solidFill>
                  <ns1:srgbClr val="D7E0F0"/>
                </ns1:solidFill>
              </ns1:defRPr>
            </ns1:lvl5pPr>
            <ns1:lvl6pPr algn="l">
              <ns1:defRPr sz="2025" b="0">
                <ns1:solidFill>
                  <ns1:srgbClr val="D7E0F0"/>
                </ns1:solidFill>
              </ns1:defRPr>
            </ns1:lvl6pPr>
            <ns1:lvl7pPr algn="l">
              <ns1:defRPr sz="2025" b="0">
                <ns1:solidFill>
                  <ns1:srgbClr val="D7E0F0"/>
                </ns1:solidFill>
              </ns1:defRPr>
            </ns1:lvl7pPr>
            <ns1:lvl8pPr algn="l">
              <ns1:defRPr sz="2025" b="0">
                <ns1:solidFill>
                  <ns1:srgbClr val="D7E0F0"/>
                </ns1:solidFill>
              </ns1:defRPr>
            </ns1:lvl8pPr>
            <ns1:lvl9pPr algn="l">
              <ns1:defRPr sz="2025" b="0">
                <ns1:solidFill>
                  <ns1:srgbClr val="D7E0F0"/>
                </ns1:solidFill>
              </ns1:defRPr>
            </ns1:lvl9pPr>
          </ns1:lstStyle>
          <ns1:p>
            <ns1:pPr algn="l">
              <ns1:defRPr sz="2025" b="0">
                <ns1:solidFill>
                  <ns1:srgbClr val="D7E0F0"/>
                </ns1:solidFill>
              </ns1:defRPr>
            </ns1:pPr>
            <ns1:r>
              <ns1:rPr sz="2025" b="0" lang="ru-RU">
                <ns1:solidFill>
                  <ns1:srgbClr val="D7E0F0"/>
                </ns1:solidFill>
              </ns1:rPr>
              <ns1:t>Когда заявок становится больше, ручная схема создаёт задержки и повторную работу. NOVAFLUX собирает процесс в одном маршруте.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5683766F-5001-4267-9F0D-0D7F3806185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67085"/>
                </ns1:solidFill>
              </ns1:defRPr>
            </ns1:defPPr>
            <ns1:lvl1pPr algn="l">
              <ns1:defRPr sz="900" b="1">
                <ns1:solidFill>
                  <ns1:srgbClr val="667085"/>
                </ns1:solidFill>
              </ns1:defRPr>
            </ns1:lvl1pPr>
            <ns1:lvl2pPr algn="l">
              <ns1:defRPr sz="900" b="1">
                <ns1:solidFill>
                  <ns1:srgbClr val="667085"/>
                </ns1:solidFill>
              </ns1:defRPr>
            </ns1:lvl2pPr>
            <ns1:lvl3pPr algn="l">
              <ns1:defRPr sz="900" b="1">
                <ns1:solidFill>
                  <ns1:srgbClr val="667085"/>
                </ns1:solidFill>
              </ns1:defRPr>
            </ns1:lvl3pPr>
            <ns1:lvl4pPr algn="l">
              <ns1:defRPr sz="900" b="1">
                <ns1:solidFill>
                  <ns1:srgbClr val="667085"/>
                </ns1:solidFill>
              </ns1:defRPr>
            </ns1:lvl4pPr>
            <ns1:lvl5pPr algn="l">
              <ns1:defRPr sz="900" b="1">
                <ns1:solidFill>
                  <ns1:srgbClr val="667085"/>
                </ns1:solidFill>
              </ns1:defRPr>
            </ns1:lvl5pPr>
            <ns1:lvl6pPr algn="l">
              <ns1:defRPr sz="900" b="1">
                <ns1:solidFill>
                  <ns1:srgbClr val="667085"/>
                </ns1:solidFill>
              </ns1:defRPr>
            </ns1:lvl6pPr>
            <ns1:lvl7pPr algn="l">
              <ns1:defRPr sz="900" b="1">
                <ns1:solidFill>
                  <ns1:srgbClr val="667085"/>
                </ns1:solidFill>
              </ns1:defRPr>
            </ns1:lvl7pPr>
            <ns1:lvl8pPr algn="l">
              <ns1:defRPr sz="900" b="1">
                <ns1:solidFill>
                  <ns1:srgbClr val="667085"/>
                </ns1:solidFill>
              </ns1:defRPr>
            </ns1:lvl8pPr>
            <ns1:lvl9pPr algn="l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900" b="1">
                <ns1:solidFill>
                  <ns1:srgbClr val="667085"/>
                </ns1:solidFill>
              </ns1:defRPr>
            </ns1:pPr>
            <ns1:r>
              <ns1:rPr sz="900" b="1" lang="ru-RU">
                <ns1:solidFill>
                  <ns1:srgbClr val="667085"/>
                </ns1:solidFill>
              </ns1:rPr>
              <ns1:t>NOVAFLUX  /  ОБЗОР ПРОДУКТА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1092B366-BBE8-487D-B565-5D6347A90334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67085"/>
                </ns1:solidFill>
              </ns1:defRPr>
            </ns1:defPPr>
            <ns1:lvl1pPr algn="r">
              <ns1:defRPr sz="900" b="1">
                <ns1:solidFill>
                  <ns1:srgbClr val="667085"/>
                </ns1:solidFill>
              </ns1:defRPr>
            </ns1:lvl1pPr>
            <ns1:lvl2pPr algn="r">
              <ns1:defRPr sz="900" b="1">
                <ns1:solidFill>
                  <ns1:srgbClr val="667085"/>
                </ns1:solidFill>
              </ns1:defRPr>
            </ns1:lvl2pPr>
            <ns1:lvl3pPr algn="r">
              <ns1:defRPr sz="900" b="1">
                <ns1:solidFill>
                  <ns1:srgbClr val="667085"/>
                </ns1:solidFill>
              </ns1:defRPr>
            </ns1:lvl3pPr>
            <ns1:lvl4pPr algn="r">
              <ns1:defRPr sz="900" b="1">
                <ns1:solidFill>
                  <ns1:srgbClr val="667085"/>
                </ns1:solidFill>
              </ns1:defRPr>
            </ns1:lvl4pPr>
            <ns1:lvl5pPr algn="r">
              <ns1:defRPr sz="900" b="1">
                <ns1:solidFill>
                  <ns1:srgbClr val="667085"/>
                </ns1:solidFill>
              </ns1:defRPr>
            </ns1:lvl5pPr>
            <ns1:lvl6pPr algn="r">
              <ns1:defRPr sz="900" b="1">
                <ns1:solidFill>
                  <ns1:srgbClr val="667085"/>
                </ns1:solidFill>
              </ns1:defRPr>
            </ns1:lvl6pPr>
            <ns1:lvl7pPr algn="r">
              <ns1:defRPr sz="900" b="1">
                <ns1:solidFill>
                  <ns1:srgbClr val="667085"/>
                </ns1:solidFill>
              </ns1:defRPr>
            </ns1:lvl7pPr>
            <ns1:lvl8pPr algn="r">
              <ns1:defRPr sz="900" b="1">
                <ns1:solidFill>
                  <ns1:srgbClr val="667085"/>
                </ns1:solidFill>
              </ns1:defRPr>
            </ns1:lvl8pPr>
            <ns1:lvl9pPr algn="r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r">
              <ns1:defRPr sz="900" b="1">
                <ns1:solidFill>
                  <ns1:srgbClr val="667085"/>
                </ns1:solidFill>
              </ns1:defRPr>
            </ns1:pPr>
            <ns1:r>
              <ns1:rPr sz="900" b="1" lang="ru-RU">
                <ns1:solidFill>
                  <ns1:srgbClr val="667085"/>
                </ns1:solidFill>
              </ns1:rPr>
              <ns1:t>02</ns1:t>
            </ns1:r>
          </ns1:p>
        </ns0:txBody>
      </ns0:sp>
    </ns0:spTree>
    <ns0:extLst>
      <ns0:ext uri="{BB962C8B-B14F-4D97-AF65-F5344CB8AC3E}">
        <ns3:creationId val="486312971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5127F557-6973-47BE-8B53-6618429A927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ПРОДУКТ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FCC7367-11E1-4A00-B0F9-36C126607F4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11827"/>
                </ns1:solidFill>
              </ns1:defRPr>
            </ns1:defPPr>
            <ns1:lvl1pPr algn="l">
              <ns1:defRPr sz="3150" b="1">
                <ns1:solidFill>
                  <ns1:srgbClr val="111827"/>
                </ns1:solidFill>
              </ns1:defRPr>
            </ns1:lvl1pPr>
            <ns1:lvl2pPr algn="l">
              <ns1:defRPr sz="3150" b="1">
                <ns1:solidFill>
                  <ns1:srgbClr val="111827"/>
                </ns1:solidFill>
              </ns1:defRPr>
            </ns1:lvl2pPr>
            <ns1:lvl3pPr algn="l">
              <ns1:defRPr sz="3150" b="1">
                <ns1:solidFill>
                  <ns1:srgbClr val="111827"/>
                </ns1:solidFill>
              </ns1:defRPr>
            </ns1:lvl3pPr>
            <ns1:lvl4pPr algn="l">
              <ns1:defRPr sz="3150" b="1">
                <ns1:solidFill>
                  <ns1:srgbClr val="111827"/>
                </ns1:solidFill>
              </ns1:defRPr>
            </ns1:lvl4pPr>
            <ns1:lvl5pPr algn="l">
              <ns1:defRPr sz="3150" b="1">
                <ns1:solidFill>
                  <ns1:srgbClr val="111827"/>
                </ns1:solidFill>
              </ns1:defRPr>
            </ns1:lvl5pPr>
            <ns1:lvl6pPr algn="l">
              <ns1:defRPr sz="3150" b="1">
                <ns1:solidFill>
                  <ns1:srgbClr val="111827"/>
                </ns1:solidFill>
              </ns1:defRPr>
            </ns1:lvl6pPr>
            <ns1:lvl7pPr algn="l">
              <ns1:defRPr sz="3150" b="1">
                <ns1:solidFill>
                  <ns1:srgbClr val="111827"/>
                </ns1:solidFill>
              </ns1:defRPr>
            </ns1:lvl7pPr>
            <ns1:lvl8pPr algn="l">
              <ns1:defRPr sz="3150" b="1">
                <ns1:solidFill>
                  <ns1:srgbClr val="111827"/>
                </ns1:solidFill>
              </ns1:defRPr>
            </ns1:lvl8pPr>
            <ns1:lvl9pPr algn="l">
              <ns1:defRPr sz="31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3150" b="1">
                <ns1:solidFill>
                  <ns1:srgbClr val="111827"/>
                </ns1:solidFill>
              </ns1:defRPr>
            </ns1:pPr>
            <ns1:r>
              <ns1:rPr sz="3150" b="1" lang="ru-RU">
                <ns1:solidFill>
                  <ns1:srgbClr val="111827"/>
                </ns1:solidFill>
              </ns1:rPr>
              <ns1:t>Рабочий процесс как понятная схема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DD17D36-1CDF-4689-AFC6-DC22DE48406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8763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67085"/>
                </ns1:solidFill>
              </ns1:defRPr>
            </ns1:defPPr>
            <ns1:lvl1pPr algn="l">
              <ns1:defRPr sz="1500" b="0">
                <ns1:solidFill>
                  <ns1:srgbClr val="667085"/>
                </ns1:solidFill>
              </ns1:defRPr>
            </ns1:lvl1pPr>
            <ns1:lvl2pPr algn="l">
              <ns1:defRPr sz="1500" b="0">
                <ns1:solidFill>
                  <ns1:srgbClr val="667085"/>
                </ns1:solidFill>
              </ns1:defRPr>
            </ns1:lvl2pPr>
            <ns1:lvl3pPr algn="l">
              <ns1:defRPr sz="1500" b="0">
                <ns1:solidFill>
                  <ns1:srgbClr val="667085"/>
                </ns1:solidFill>
              </ns1:defRPr>
            </ns1:lvl3pPr>
            <ns1:lvl4pPr algn="l">
              <ns1:defRPr sz="1500" b="0">
                <ns1:solidFill>
                  <ns1:srgbClr val="667085"/>
                </ns1:solidFill>
              </ns1:defRPr>
            </ns1:lvl4pPr>
            <ns1:lvl5pPr algn="l">
              <ns1:defRPr sz="1500" b="0">
                <ns1:solidFill>
                  <ns1:srgbClr val="667085"/>
                </ns1:solidFill>
              </ns1:defRPr>
            </ns1:lvl5pPr>
            <ns1:lvl6pPr algn="l">
              <ns1:defRPr sz="1500" b="0">
                <ns1:solidFill>
                  <ns1:srgbClr val="667085"/>
                </ns1:solidFill>
              </ns1:defRPr>
            </ns1:lvl6pPr>
            <ns1:lvl7pPr algn="l">
              <ns1:defRPr sz="1500" b="0">
                <ns1:solidFill>
                  <ns1:srgbClr val="667085"/>
                </ns1:solidFill>
              </ns1:defRPr>
            </ns1:lvl7pPr>
            <ns1:lvl8pPr algn="l">
              <ns1:defRPr sz="1500" b="0">
                <ns1:solidFill>
                  <ns1:srgbClr val="667085"/>
                </ns1:solidFill>
              </ns1:defRPr>
            </ns1:lvl8pPr>
            <ns1:lvl9pPr algn="l">
              <ns1:defRPr sz="150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00" b="0">
                <ns1:solidFill>
                  <ns1:srgbClr val="667085"/>
                </ns1:solidFill>
              </ns1:defRPr>
            </ns1:pPr>
            <ns1:r>
              <ns1:rPr sz="1500" b="0" lang="ru-RU">
                <ns1:solidFill>
                  <ns1:srgbClr val="667085"/>
                </ns1:solidFill>
              </ns1:rPr>
              <ns1:t>Пользователь соединяет шаги, задаёт условия и видит результат выполнения.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1ED080D-EEAA-4A24-9522-75D9DCF7F58A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143250"/>
            <ns1:ext cx="21431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B187F0B7-44A3-4BC8-A13E-5E7F2B3150E8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C7F36B"/>
          </ns1:solidFill>
          <ns1:ln w="0">
            <ns1:noFill/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7C60DB4B-F589-4F37-8CB4-1FCBDE86941C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335280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ru-RU">
                <ns1:solidFill>
                  <ns1:srgbClr val="667085"/>
                </ns1:solidFill>
              </ns1:rPr>
              <ns1:t>Событие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5C7CB36-024E-4B78-87C1-57FCC6ECDD65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3762375"/>
            <ns1:ext cx="1714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ru-RU">
                <ns1:solidFill>
                  <ns1:srgbClr val="111827"/>
                </ns1:solidFill>
              </ns1:rPr>
              <ns1:t>Новая заявка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C8E05C5-3218-4126-8E4C-44056CF479CC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3810000"/>
            <ns1:ext cx="57150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0ACE878-30AD-4631-B2CC-441801FCFCDD}"/>
              </ns1:ext>
            </ns1:extLst>
          </ns0:cNvPr>
          <ns0:cNvSpPr>
            <ns1:spLocks noGrp="1"/>
          </ns0:cNvSpPr>
          <ns0:nvPr/>
        </ns0:nvSpPr>
        <ns0:spPr>
          <ns1:xfrm>
            <ns1:off x="3714750" y="3143250"/>
            <ns1:ext cx="21431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882E20AB-F335-4CA3-BC71-9247570D80D7}"/>
              </ns1:ext>
            </ns1:extLst>
          </ns0:cNvPr>
          <ns0:cNvSpPr>
            <ns1:spLocks noGrp="1"/>
          </ns0:cNvSpPr>
          <ns0:nvPr/>
        </ns0:nvSpPr>
        <ns0:spPr>
          <ns1:xfrm>
            <ns1:off x="37147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87754A2A-9EAC-4BA7-8DD4-228C917C7743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335280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ru-RU">
                <ns1:solidFill>
                  <ns1:srgbClr val="667085"/>
                </ns1:solidFill>
              </ns1:rPr>
              <ns1:t>Обработка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642FA2D9-6693-4ECD-9DC8-2B2252D71730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3762375"/>
            <ns1:ext cx="1714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ru-RU">
                <ns1:solidFill>
                  <ns1:srgbClr val="111827"/>
                </ns1:solidFill>
              </ns1:rPr>
              <ns1:t>Проверка данных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1563497C-59A6-4BF0-9AC3-DB77E9F9BC04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3810000"/>
            <ns1:ext cx="57150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C39DA50E-DA8A-4584-A353-115421FF385C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143250"/>
            <ns1:ext cx="21431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F8BC3A86-6C03-4E78-8D34-B4BA661D5677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765522CD-7709-48B0-B512-273D201CFFF9}"/>
              </ns1:ext>
            </ns1:extLst>
          </ns0:cNvPr>
          <ns0:cNvSpPr>
            <ns1:spLocks noGrp="1"/>
          </ns0:cNvSpPr>
          <ns0:nvPr/>
        </ns0:nvSpPr>
        <ns0:spPr>
          <ns1:xfrm>
            <ns1:off x="6838950" y="335280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ru-RU">
                <ns1:solidFill>
                  <ns1:srgbClr val="667085"/>
                </ns1:solidFill>
              </ns1:rPr>
              <ns1:t>Действие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1AA48F4-F7CC-4C30-A992-E0D3788D4B16}"/>
              </ns1:ext>
            </ns1:extLst>
          </ns0:cNvPr>
          <ns0:cNvSpPr>
            <ns1:spLocks noGrp="1"/>
          </ns0:cNvSpPr>
          <ns0:nvPr/>
        </ns0:nvSpPr>
        <ns0:spPr>
          <ns1:xfrm>
            <ns1:off x="6838950" y="3762375"/>
            <ns1:ext cx="1714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ru-RU">
                <ns1:solidFill>
                  <ns1:srgbClr val="111827"/>
                </ns1:solidFill>
              </ns1:rPr>
              <ns1:t>Запись в CRM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54E7B42-25C0-43B8-95D1-3972911B78F5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810000"/>
            <ns1:ext cx="57150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47093A51-E6E7-424B-AD02-EF7C00FA2069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143250"/>
            <ns1:ext cx="19526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EA4C12B9-7CB5-410F-AD53-B6E30D19FCC1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C7F36B"/>
          </ns1:solidFill>
          <ns1:ln w="0">
            <ns1:noFill/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B8FFAE7D-1CC6-4B63-BF28-236DCF0DE224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352800"/>
            <ns1:ext cx="1524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ru-RU">
                <ns1:solidFill>
                  <ns1:srgbClr val="667085"/>
                </ns1:solidFill>
              </ns1:rPr>
              <ns1:t>Результат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6CDD3537-D7A8-46A9-A614-6F155CECB01F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762375"/>
            <ns1:ext cx="1524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ru-RU">
                <ns1:solidFill>
                  <ns1:srgbClr val="111827"/>
                </ns1:solidFill>
              </ns1:rPr>
              <ns1:t>Команда уведомлена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88D2718-BE22-48B2-BD48-1B5F91506A63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5095875"/>
            <ns1:ext cx="981075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0">
                <ns1:solidFill>
                  <ns1:srgbClr val="667085"/>
                </ns1:solidFill>
              </ns1:defRPr>
            </ns1:defPPr>
            <ns1:lvl1pPr algn="l">
              <ns1:defRPr sz="1575" b="0">
                <ns1:solidFill>
                  <ns1:srgbClr val="667085"/>
                </ns1:solidFill>
              </ns1:defRPr>
            </ns1:lvl1pPr>
            <ns1:lvl2pPr algn="l">
              <ns1:defRPr sz="1575" b="0">
                <ns1:solidFill>
                  <ns1:srgbClr val="667085"/>
                </ns1:solidFill>
              </ns1:defRPr>
            </ns1:lvl2pPr>
            <ns1:lvl3pPr algn="l">
              <ns1:defRPr sz="1575" b="0">
                <ns1:solidFill>
                  <ns1:srgbClr val="667085"/>
                </ns1:solidFill>
              </ns1:defRPr>
            </ns1:lvl3pPr>
            <ns1:lvl4pPr algn="l">
              <ns1:defRPr sz="1575" b="0">
                <ns1:solidFill>
                  <ns1:srgbClr val="667085"/>
                </ns1:solidFill>
              </ns1:defRPr>
            </ns1:lvl4pPr>
            <ns1:lvl5pPr algn="l">
              <ns1:defRPr sz="1575" b="0">
                <ns1:solidFill>
                  <ns1:srgbClr val="667085"/>
                </ns1:solidFill>
              </ns1:defRPr>
            </ns1:lvl5pPr>
            <ns1:lvl6pPr algn="l">
              <ns1:defRPr sz="1575" b="0">
                <ns1:solidFill>
                  <ns1:srgbClr val="667085"/>
                </ns1:solidFill>
              </ns1:defRPr>
            </ns1:lvl6pPr>
            <ns1:lvl7pPr algn="l">
              <ns1:defRPr sz="1575" b="0">
                <ns1:solidFill>
                  <ns1:srgbClr val="667085"/>
                </ns1:solidFill>
              </ns1:defRPr>
            </ns1:lvl7pPr>
            <ns1:lvl8pPr algn="l">
              <ns1:defRPr sz="1575" b="0">
                <ns1:solidFill>
                  <ns1:srgbClr val="667085"/>
                </ns1:solidFill>
              </ns1:defRPr>
            </ns1:lvl8pPr>
            <ns1:lvl9pPr algn="l">
              <ns1:defRPr sz="15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75" b="0">
                <ns1:solidFill>
                  <ns1:srgbClr val="667085"/>
                </ns1:solidFill>
              </ns1:defRPr>
            </ns1:pPr>
            <ns1:r>
              <ns1:rPr sz="1575" b="0" lang="ru-RU">
                <ns1:solidFill>
                  <ns1:srgbClr val="667085"/>
                </ns1:solidFill>
              </ns1:rPr>
              <ns1:t>Каждый шаг остаётся редактируемым. Ошибка видна в конкретном узле, а повторный запуск не требует собирать маршрут заново.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42FBC0FA-1C31-4097-AD0F-091226948ED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67085"/>
                </ns1:solidFill>
              </ns1:defRPr>
            </ns1:defPPr>
            <ns1:lvl1pPr algn="l">
              <ns1:defRPr sz="900" b="1">
                <ns1:solidFill>
                  <ns1:srgbClr val="667085"/>
                </ns1:solidFill>
              </ns1:defRPr>
            </ns1:lvl1pPr>
            <ns1:lvl2pPr algn="l">
              <ns1:defRPr sz="900" b="1">
                <ns1:solidFill>
                  <ns1:srgbClr val="667085"/>
                </ns1:solidFill>
              </ns1:defRPr>
            </ns1:lvl2pPr>
            <ns1:lvl3pPr algn="l">
              <ns1:defRPr sz="900" b="1">
                <ns1:solidFill>
                  <ns1:srgbClr val="667085"/>
                </ns1:solidFill>
              </ns1:defRPr>
            </ns1:lvl3pPr>
            <ns1:lvl4pPr algn="l">
              <ns1:defRPr sz="900" b="1">
                <ns1:solidFill>
                  <ns1:srgbClr val="667085"/>
                </ns1:solidFill>
              </ns1:defRPr>
            </ns1:lvl4pPr>
            <ns1:lvl5pPr algn="l">
              <ns1:defRPr sz="900" b="1">
                <ns1:solidFill>
                  <ns1:srgbClr val="667085"/>
                </ns1:solidFill>
              </ns1:defRPr>
            </ns1:lvl5pPr>
            <ns1:lvl6pPr algn="l">
              <ns1:defRPr sz="900" b="1">
                <ns1:solidFill>
                  <ns1:srgbClr val="667085"/>
                </ns1:solidFill>
              </ns1:defRPr>
            </ns1:lvl6pPr>
            <ns1:lvl7pPr algn="l">
              <ns1:defRPr sz="900" b="1">
                <ns1:solidFill>
                  <ns1:srgbClr val="667085"/>
                </ns1:solidFill>
              </ns1:defRPr>
            </ns1:lvl7pPr>
            <ns1:lvl8pPr algn="l">
              <ns1:defRPr sz="900" b="1">
                <ns1:solidFill>
                  <ns1:srgbClr val="667085"/>
                </ns1:solidFill>
              </ns1:defRPr>
            </ns1:lvl8pPr>
            <ns1:lvl9pPr algn="l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900" b="1">
                <ns1:solidFill>
                  <ns1:srgbClr val="667085"/>
                </ns1:solidFill>
              </ns1:defRPr>
            </ns1:pPr>
            <ns1:r>
              <ns1:rPr sz="900" b="1" lang="ru-RU">
                <ns1:solidFill>
                  <ns1:srgbClr val="667085"/>
                </ns1:solidFill>
              </ns1:rPr>
              <ns1:t>NOVAFLUX  /  ОБЗОР ПРОДУКТА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E2F9DAA-6010-4202-97DE-EC66D9901F27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67085"/>
                </ns1:solidFill>
              </ns1:defRPr>
            </ns1:defPPr>
            <ns1:lvl1pPr algn="r">
              <ns1:defRPr sz="900" b="1">
                <ns1:solidFill>
                  <ns1:srgbClr val="667085"/>
                </ns1:solidFill>
              </ns1:defRPr>
            </ns1:lvl1pPr>
            <ns1:lvl2pPr algn="r">
              <ns1:defRPr sz="900" b="1">
                <ns1:solidFill>
                  <ns1:srgbClr val="667085"/>
                </ns1:solidFill>
              </ns1:defRPr>
            </ns1:lvl2pPr>
            <ns1:lvl3pPr algn="r">
              <ns1:defRPr sz="900" b="1">
                <ns1:solidFill>
                  <ns1:srgbClr val="667085"/>
                </ns1:solidFill>
              </ns1:defRPr>
            </ns1:lvl3pPr>
            <ns1:lvl4pPr algn="r">
              <ns1:defRPr sz="900" b="1">
                <ns1:solidFill>
                  <ns1:srgbClr val="667085"/>
                </ns1:solidFill>
              </ns1:defRPr>
            </ns1:lvl4pPr>
            <ns1:lvl5pPr algn="r">
              <ns1:defRPr sz="900" b="1">
                <ns1:solidFill>
                  <ns1:srgbClr val="667085"/>
                </ns1:solidFill>
              </ns1:defRPr>
            </ns1:lvl5pPr>
            <ns1:lvl6pPr algn="r">
              <ns1:defRPr sz="900" b="1">
                <ns1:solidFill>
                  <ns1:srgbClr val="667085"/>
                </ns1:solidFill>
              </ns1:defRPr>
            </ns1:lvl6pPr>
            <ns1:lvl7pPr algn="r">
              <ns1:defRPr sz="900" b="1">
                <ns1:solidFill>
                  <ns1:srgbClr val="667085"/>
                </ns1:solidFill>
              </ns1:defRPr>
            </ns1:lvl7pPr>
            <ns1:lvl8pPr algn="r">
              <ns1:defRPr sz="900" b="1">
                <ns1:solidFill>
                  <ns1:srgbClr val="667085"/>
                </ns1:solidFill>
              </ns1:defRPr>
            </ns1:lvl8pPr>
            <ns1:lvl9pPr algn="r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r">
              <ns1:defRPr sz="900" b="1">
                <ns1:solidFill>
                  <ns1:srgbClr val="667085"/>
                </ns1:solidFill>
              </ns1:defRPr>
            </ns1:pPr>
            <ns1:r>
              <ns1:rPr sz="900" b="1" lang="ru-RU">
                <ns1:solidFill>
                  <ns1:srgbClr val="667085"/>
                </ns1:solidFill>
              </ns1:rPr>
              <ns1:t>03</ns1:t>
            </ns1:r>
          </ns1:p>
        </ns0:txBody>
      </ns0:sp>
    </ns0:spTree>
    <ns0:extLst>
      <ns0:ext uri="{BB962C8B-B14F-4D97-AF65-F5344CB8AC3E}">
        <ns3:creationId val="127440423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E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4EC9D4C1-1795-4B8F-854D-77DF11C94FA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C7F36B"/>
                </ns1:solidFill>
              </ns1:defRPr>
            </ns1:defPPr>
            <ns1:lvl1pPr algn="l">
              <ns1:defRPr sz="1050" b="1">
                <ns1:solidFill>
                  <ns1:srgbClr val="C7F36B"/>
                </ns1:solidFill>
              </ns1:defRPr>
            </ns1:lvl1pPr>
            <ns1:lvl2pPr algn="l">
              <ns1:defRPr sz="1050" b="1">
                <ns1:solidFill>
                  <ns1:srgbClr val="C7F36B"/>
                </ns1:solidFill>
              </ns1:defRPr>
            </ns1:lvl2pPr>
            <ns1:lvl3pPr algn="l">
              <ns1:defRPr sz="1050" b="1">
                <ns1:solidFill>
                  <ns1:srgbClr val="C7F36B"/>
                </ns1:solidFill>
              </ns1:defRPr>
            </ns1:lvl3pPr>
            <ns1:lvl4pPr algn="l">
              <ns1:defRPr sz="1050" b="1">
                <ns1:solidFill>
                  <ns1:srgbClr val="C7F36B"/>
                </ns1:solidFill>
              </ns1:defRPr>
            </ns1:lvl4pPr>
            <ns1:lvl5pPr algn="l">
              <ns1:defRPr sz="1050" b="1">
                <ns1:solidFill>
                  <ns1:srgbClr val="C7F36B"/>
                </ns1:solidFill>
              </ns1:defRPr>
            </ns1:lvl5pPr>
            <ns1:lvl6pPr algn="l">
              <ns1:defRPr sz="1050" b="1">
                <ns1:solidFill>
                  <ns1:srgbClr val="C7F36B"/>
                </ns1:solidFill>
              </ns1:defRPr>
            </ns1:lvl6pPr>
            <ns1:lvl7pPr algn="l">
              <ns1:defRPr sz="1050" b="1">
                <ns1:solidFill>
                  <ns1:srgbClr val="C7F36B"/>
                </ns1:solidFill>
              </ns1:defRPr>
            </ns1:lvl7pPr>
            <ns1:lvl8pPr algn="l">
              <ns1:defRPr sz="1050" b="1">
                <ns1:solidFill>
                  <ns1:srgbClr val="C7F36B"/>
                </ns1:solidFill>
              </ns1:defRPr>
            </ns1:lvl8pPr>
            <ns1:lvl9pPr algn="l">
              <ns1:defRPr sz="105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050" b="1">
                <ns1:solidFill>
                  <ns1:srgbClr val="C7F36B"/>
                </ns1:solidFill>
              </ns1:defRPr>
            </ns1:pPr>
            <ns1:r>
              <ns1:rPr sz="1050" b="1" lang="ru-RU">
                <ns1:solidFill>
                  <ns1:srgbClr val="C7F36B"/>
                </ns1:solidFill>
              </ns1:rPr>
              <ns1:t>ВОЗМОЖНОСТИ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8310384-33A0-4F3A-9E5D-1C0EA19E1D7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ru-RU">
                <ns1:solidFill>
                  <ns1:srgbClr val="FFFFFF"/>
                </ns1:solidFill>
              </ns1:rPr>
              <ns1:t>Четыре функции для работы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5C05855-D972-4C4A-9816-EC37709D68F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571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ru-RU">
                <ns1:solidFill>
                  <ns1:srgbClr val="C7F36B"/>
                </ns1:solidFill>
              </ns1:rPr>
              <ns1:t>01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DDE7821-FB42-4CE9-A74C-B6F01398230E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2543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Маршруты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9D1042E-51BE-4CBD-A47A-00C83FA55ADE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2990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ru-RU">
                <ns1:solidFill>
                  <ns1:srgbClr val="B8C5DB"/>
                </ns1:solidFill>
              </ns1:rPr>
              <ns1:t>Визуальная сборка шагов и условий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E1E216F-35A4-458B-9050-23F616A20E8C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2571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ru-RU">
                <ns1:solidFill>
                  <ns1:srgbClr val="C7F36B"/>
                </ns1:solidFill>
              </ns1:rPr>
              <ns1:t>02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46D03DB-4894-4ECB-947D-B140FAC08FE6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2543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Интеграции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BBAB627-3A0C-45DA-BE3C-9047FB47903C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2990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ru-RU">
                <ns1:solidFill>
                  <ns1:srgbClr val="B8C5DB"/>
                </ns1:solidFill>
              </ns1:rPr>
              <ns1:t>Подключение форм, почты и CRM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545F829-FED0-4D8E-AE67-572E0F1FDD2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476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ru-RU">
                <ns1:solidFill>
                  <ns1:srgbClr val="C7F36B"/>
                </ns1:solidFill>
              </ns1:rPr>
              <ns1:t>03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3A1B4EF-CCDF-4F07-8664-D61A00DB8906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4448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Контроль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46A52BF-E755-4F79-BD1C-EC3CA276F0E3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4895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ru-RU">
                <ns1:solidFill>
                  <ns1:srgbClr val="B8C5DB"/>
                </ns1:solidFill>
              </ns1:rPr>
              <ns1:t>История запусков и статус каждого шага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4EFFF81D-4872-42F0-8F27-E774B771975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4476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ru-RU">
                <ns1:solidFill>
                  <ns1:srgbClr val="C7F36B"/>
                </ns1:solidFill>
              </ns1:rPr>
              <ns1:t>04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3DF9CFA7-CA74-4C47-BCE2-005709D7A235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4448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Повторный запуск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6C5B5C2-BF00-4312-812B-1BA46E4AD1B2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4895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ru-RU">
                <ns1:solidFill>
                  <ns1:srgbClr val="B8C5DB"/>
                </ns1:solidFill>
              </ns1:rPr>
              <ns1:t>Возврат к ошибке без полной перезагрузки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E7F48C99-3686-40E3-B02B-5D6D33167F3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8A7C2"/>
                </ns1:solidFill>
              </ns1:defRPr>
            </ns1:defPPr>
            <ns1:lvl1pPr algn="l">
              <ns1:defRPr sz="900" b="1">
                <ns1:solidFill>
                  <ns1:srgbClr val="98A7C2"/>
                </ns1:solidFill>
              </ns1:defRPr>
            </ns1:lvl1pPr>
            <ns1:lvl2pPr algn="l">
              <ns1:defRPr sz="900" b="1">
                <ns1:solidFill>
                  <ns1:srgbClr val="98A7C2"/>
                </ns1:solidFill>
              </ns1:defRPr>
            </ns1:lvl2pPr>
            <ns1:lvl3pPr algn="l">
              <ns1:defRPr sz="900" b="1">
                <ns1:solidFill>
                  <ns1:srgbClr val="98A7C2"/>
                </ns1:solidFill>
              </ns1:defRPr>
            </ns1:lvl3pPr>
            <ns1:lvl4pPr algn="l">
              <ns1:defRPr sz="900" b="1">
                <ns1:solidFill>
                  <ns1:srgbClr val="98A7C2"/>
                </ns1:solidFill>
              </ns1:defRPr>
            </ns1:lvl4pPr>
            <ns1:lvl5pPr algn="l">
              <ns1:defRPr sz="900" b="1">
                <ns1:solidFill>
                  <ns1:srgbClr val="98A7C2"/>
                </ns1:solidFill>
              </ns1:defRPr>
            </ns1:lvl5pPr>
            <ns1:lvl6pPr algn="l">
              <ns1:defRPr sz="900" b="1">
                <ns1:solidFill>
                  <ns1:srgbClr val="98A7C2"/>
                </ns1:solidFill>
              </ns1:defRPr>
            </ns1:lvl6pPr>
            <ns1:lvl7pPr algn="l">
              <ns1:defRPr sz="900" b="1">
                <ns1:solidFill>
                  <ns1:srgbClr val="98A7C2"/>
                </ns1:solidFill>
              </ns1:defRPr>
            </ns1:lvl7pPr>
            <ns1:lvl8pPr algn="l">
              <ns1:defRPr sz="900" b="1">
                <ns1:solidFill>
                  <ns1:srgbClr val="98A7C2"/>
                </ns1:solidFill>
              </ns1:defRPr>
            </ns1:lvl8pPr>
            <ns1:lvl9pPr algn="l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l">
              <ns1:defRPr sz="900" b="1">
                <ns1:solidFill>
                  <ns1:srgbClr val="98A7C2"/>
                </ns1:solidFill>
              </ns1:defRPr>
            </ns1:pPr>
            <ns1:r>
              <ns1:rPr sz="900" b="1" lang="ru-RU">
                <ns1:solidFill>
                  <ns1:srgbClr val="98A7C2"/>
                </ns1:solidFill>
              </ns1:rPr>
              <ns1:t>NOVAFLUX  /  ОБЗОР ПРОДУКТА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7FA0BE3-D3FD-4946-B31A-2CA741E99329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8A7C2"/>
                </ns1:solidFill>
              </ns1:defRPr>
            </ns1:defPPr>
            <ns1:lvl1pPr algn="r">
              <ns1:defRPr sz="900" b="1">
                <ns1:solidFill>
                  <ns1:srgbClr val="98A7C2"/>
                </ns1:solidFill>
              </ns1:defRPr>
            </ns1:lvl1pPr>
            <ns1:lvl2pPr algn="r">
              <ns1:defRPr sz="900" b="1">
                <ns1:solidFill>
                  <ns1:srgbClr val="98A7C2"/>
                </ns1:solidFill>
              </ns1:defRPr>
            </ns1:lvl2pPr>
            <ns1:lvl3pPr algn="r">
              <ns1:defRPr sz="900" b="1">
                <ns1:solidFill>
                  <ns1:srgbClr val="98A7C2"/>
                </ns1:solidFill>
              </ns1:defRPr>
            </ns1:lvl3pPr>
            <ns1:lvl4pPr algn="r">
              <ns1:defRPr sz="900" b="1">
                <ns1:solidFill>
                  <ns1:srgbClr val="98A7C2"/>
                </ns1:solidFill>
              </ns1:defRPr>
            </ns1:lvl4pPr>
            <ns1:lvl5pPr algn="r">
              <ns1:defRPr sz="900" b="1">
                <ns1:solidFill>
                  <ns1:srgbClr val="98A7C2"/>
                </ns1:solidFill>
              </ns1:defRPr>
            </ns1:lvl5pPr>
            <ns1:lvl6pPr algn="r">
              <ns1:defRPr sz="900" b="1">
                <ns1:solidFill>
                  <ns1:srgbClr val="98A7C2"/>
                </ns1:solidFill>
              </ns1:defRPr>
            </ns1:lvl6pPr>
            <ns1:lvl7pPr algn="r">
              <ns1:defRPr sz="900" b="1">
                <ns1:solidFill>
                  <ns1:srgbClr val="98A7C2"/>
                </ns1:solidFill>
              </ns1:defRPr>
            </ns1:lvl7pPr>
            <ns1:lvl8pPr algn="r">
              <ns1:defRPr sz="900" b="1">
                <ns1:solidFill>
                  <ns1:srgbClr val="98A7C2"/>
                </ns1:solidFill>
              </ns1:defRPr>
            </ns1:lvl8pPr>
            <ns1:lvl9pPr algn="r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r">
              <ns1:defRPr sz="900" b="1">
                <ns1:solidFill>
                  <ns1:srgbClr val="98A7C2"/>
                </ns1:solidFill>
              </ns1:defRPr>
            </ns1:pPr>
            <ns1:r>
              <ns1:rPr sz="900" b="1" lang="ru-RU">
                <ns1:solidFill>
                  <ns1:srgbClr val="98A7C2"/>
                </ns1:solidFill>
              </ns1:rPr>
              <ns1:t>04</ns1:t>
            </ns1:r>
          </ns1:p>
        </ns0:txBody>
      </ns0:sp>
    </ns0:spTree>
    <ns0:extLst>
      <ns0:ext uri="{BB962C8B-B14F-4D97-AF65-F5344CB8AC3E}">
        <ns3:creationId val="178429221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7" name="">
            <ns1:extLst>
              <ns1:ext uri="{FF2B5EF4-FFF2-40B4-BE49-F238E27FC236}">
                <ns2:creationId id="{F5BD9A56-CC47-4DDB-8AD9-E18EA19019C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ЗАПУСК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5E1A706E-FB31-48C8-B61B-8C82DF45F55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11827"/>
                </ns1:solidFill>
              </ns1:defRPr>
            </ns1:defPPr>
            <ns1:lvl1pPr algn="l">
              <ns1:defRPr sz="3150" b="1">
                <ns1:solidFill>
                  <ns1:srgbClr val="111827"/>
                </ns1:solidFill>
              </ns1:defRPr>
            </ns1:lvl1pPr>
            <ns1:lvl2pPr algn="l">
              <ns1:defRPr sz="3150" b="1">
                <ns1:solidFill>
                  <ns1:srgbClr val="111827"/>
                </ns1:solidFill>
              </ns1:defRPr>
            </ns1:lvl2pPr>
            <ns1:lvl3pPr algn="l">
              <ns1:defRPr sz="3150" b="1">
                <ns1:solidFill>
                  <ns1:srgbClr val="111827"/>
                </ns1:solidFill>
              </ns1:defRPr>
            </ns1:lvl3pPr>
            <ns1:lvl4pPr algn="l">
              <ns1:defRPr sz="3150" b="1">
                <ns1:solidFill>
                  <ns1:srgbClr val="111827"/>
                </ns1:solidFill>
              </ns1:defRPr>
            </ns1:lvl4pPr>
            <ns1:lvl5pPr algn="l">
              <ns1:defRPr sz="3150" b="1">
                <ns1:solidFill>
                  <ns1:srgbClr val="111827"/>
                </ns1:solidFill>
              </ns1:defRPr>
            </ns1:lvl5pPr>
            <ns1:lvl6pPr algn="l">
              <ns1:defRPr sz="3150" b="1">
                <ns1:solidFill>
                  <ns1:srgbClr val="111827"/>
                </ns1:solidFill>
              </ns1:defRPr>
            </ns1:lvl6pPr>
            <ns1:lvl7pPr algn="l">
              <ns1:defRPr sz="3150" b="1">
                <ns1:solidFill>
                  <ns1:srgbClr val="111827"/>
                </ns1:solidFill>
              </ns1:defRPr>
            </ns1:lvl7pPr>
            <ns1:lvl8pPr algn="l">
              <ns1:defRPr sz="3150" b="1">
                <ns1:solidFill>
                  <ns1:srgbClr val="111827"/>
                </ns1:solidFill>
              </ns1:defRPr>
            </ns1:lvl8pPr>
            <ns1:lvl9pPr algn="l">
              <ns1:defRPr sz="31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3150" b="1">
                <ns1:solidFill>
                  <ns1:srgbClr val="111827"/>
                </ns1:solidFill>
              </ns1:defRPr>
            </ns1:pPr>
            <ns1:r>
              <ns1:rPr sz="3150" b="1" lang="ru-RU">
                <ns1:solidFill>
                  <ns1:srgbClr val="111827"/>
                </ns1:solidFill>
              </ns1:rPr>
              <ns1:t>Пилот на одном повторяемом процессе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4368FF9-D7AC-4FF2-9451-57EC7F63D62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8763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67085"/>
                </ns1:solidFill>
              </ns1:defRPr>
            </ns1:defPPr>
            <ns1:lvl1pPr algn="l">
              <ns1:defRPr sz="1500" b="0">
                <ns1:solidFill>
                  <ns1:srgbClr val="667085"/>
                </ns1:solidFill>
              </ns1:defRPr>
            </ns1:lvl1pPr>
            <ns1:lvl2pPr algn="l">
              <ns1:defRPr sz="1500" b="0">
                <ns1:solidFill>
                  <ns1:srgbClr val="667085"/>
                </ns1:solidFill>
              </ns1:defRPr>
            </ns1:lvl2pPr>
            <ns1:lvl3pPr algn="l">
              <ns1:defRPr sz="1500" b="0">
                <ns1:solidFill>
                  <ns1:srgbClr val="667085"/>
                </ns1:solidFill>
              </ns1:defRPr>
            </ns1:lvl3pPr>
            <ns1:lvl4pPr algn="l">
              <ns1:defRPr sz="1500" b="0">
                <ns1:solidFill>
                  <ns1:srgbClr val="667085"/>
                </ns1:solidFill>
              </ns1:defRPr>
            </ns1:lvl4pPr>
            <ns1:lvl5pPr algn="l">
              <ns1:defRPr sz="1500" b="0">
                <ns1:solidFill>
                  <ns1:srgbClr val="667085"/>
                </ns1:solidFill>
              </ns1:defRPr>
            </ns1:lvl5pPr>
            <ns1:lvl6pPr algn="l">
              <ns1:defRPr sz="1500" b="0">
                <ns1:solidFill>
                  <ns1:srgbClr val="667085"/>
                </ns1:solidFill>
              </ns1:defRPr>
            </ns1:lvl6pPr>
            <ns1:lvl7pPr algn="l">
              <ns1:defRPr sz="1500" b="0">
                <ns1:solidFill>
                  <ns1:srgbClr val="667085"/>
                </ns1:solidFill>
              </ns1:defRPr>
            </ns1:lvl7pPr>
            <ns1:lvl8pPr algn="l">
              <ns1:defRPr sz="1500" b="0">
                <ns1:solidFill>
                  <ns1:srgbClr val="667085"/>
                </ns1:solidFill>
              </ns1:defRPr>
            </ns1:lvl8pPr>
            <ns1:lvl9pPr algn="l">
              <ns1:defRPr sz="150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00" b="0">
                <ns1:solidFill>
                  <ns1:srgbClr val="667085"/>
                </ns1:solidFill>
              </ns1:defRPr>
            </ns1:pPr>
            <ns1:r>
              <ns1:rPr sz="1500" b="0" lang="ru-RU">
                <ns1:solidFill>
                  <ns1:srgbClr val="667085"/>
                </ns1:solidFill>
              </ns1:rPr>
              <ns1:t>Первый сценарий должен иметь понятный вход, владельца и проверяемый результат.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FCAF4D3-164B-4315-81FD-110A7DF5CEE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EF588B37-7D07-4CC2-944B-338327ED56D9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ru-RU">
                <ns1:solidFill>
                  <ns1:srgbClr val="246BFD"/>
                </ns1:solidFill>
              </ns1:rPr>
              <ns1:t>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AB99337-EAD9-4FBE-8F3C-ABF3A781934C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ru-RU">
                <ns1:solidFill>
                  <ns1:srgbClr val="111827"/>
                </ns1:solidFill>
              </ns1:rPr>
              <ns1:t>Выбор процесса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0A8AB5D-59FB-4F5A-98CE-2273BFE200EB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ru-RU">
                <ns1:solidFill>
                  <ns1:srgbClr val="667085"/>
                </ns1:solidFill>
              </ns1:rPr>
              <ns1:t>Один частый сценарий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5D70532-1E2F-4CB9-A90B-7E643F3AC8CF}"/>
              </ns1:ext>
            </ns1:extLst>
          </ns0:cNvPr>
          <ns0:cNvSpPr>
            <ns1:spLocks noGrp="1"/>
          </ns0:cNvSpPr>
          <ns0:nvPr/>
        </ns0:nvSpPr>
        <ns0:spPr>
          <ns1:xfrm>
            <ns1:off x="3095625" y="3943350"/>
            <ns1:ext cx="28575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455A811C-22B8-467C-91C6-E110C166DB64}"/>
              </ns1:ext>
            </ns1:extLst>
          </ns0:cNvPr>
          <ns0:cNvSpPr>
            <ns1:spLocks noGrp="1"/>
          </ns0:cNvSpPr>
          <ns0:nvPr/>
        </ns0:nvSpPr>
        <ns0:spPr>
          <ns1:xfrm>
            <ns1:off x="3381375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D1EE6A70-2F42-45CD-A319-CB0C6C2581C7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ru-RU">
                <ns1:solidFill>
                  <ns1:srgbClr val="246BFD"/>
                </ns1:solidFill>
              </ns1:rPr>
              <ns1:t>2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27C00EC-CB59-4240-89AE-CD1DE7925595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ru-RU">
                <ns1:solidFill>
                  <ns1:srgbClr val="111827"/>
                </ns1:solidFill>
              </ns1:rPr>
              <ns1:t>Сборка маршрута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9CC65408-5736-47E2-B505-C96AF5F8E1C3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ru-RU">
                <ns1:solidFill>
                  <ns1:srgbClr val="667085"/>
                </ns1:solidFill>
              </ns1:rPr>
              <ns1:t>Шаги и ответственные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B6409BD-7614-41F5-A8DD-B42CD8550EB3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3943350"/>
            <ns1:ext cx="28575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E1AF8CAD-07AD-4E9F-87E0-0EA72EDE594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E726BE7C-CA9F-4D78-848F-442D20A5D72A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ru-RU">
                <ns1:solidFill>
                  <ns1:srgbClr val="246BFD"/>
                </ns1:solidFill>
              </ns1:rPr>
              <ns1:t>3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2D158D4-0DBE-4E62-9B62-5018F54E4BC0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ru-RU">
                <ns1:solidFill>
                  <ns1:srgbClr val="111827"/>
                </ns1:solidFill>
              </ns1:rPr>
              <ns1:t>Тестирование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C58940F-91FB-404D-9D24-4A36F7608178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ru-RU">
                <ns1:solidFill>
                  <ns1:srgbClr val="667085"/>
                </ns1:solidFill>
              </ns1:rPr>
              <ns1:t>Проверка ошибок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2580D89-18DC-4995-8882-E3F1258ECF9B}"/>
              </ns1:ext>
            </ns1:extLst>
          </ns0:cNvPr>
          <ns0:cNvSpPr>
            <ns1:spLocks noGrp="1"/>
          </ns0:cNvSpPr>
          <ns0:nvPr/>
        </ns0:nvSpPr>
        <ns0:spPr>
          <ns1:xfrm>
            <ns1:off x="8524875" y="3943350"/>
            <ns1:ext cx="28575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3F097F1A-5653-477C-A156-27F514B21C2B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97B5B4A6-4208-4487-8BAC-36CCF84D47F7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ru-RU">
                <ns1:solidFill>
                  <ns1:srgbClr val="246BFD"/>
                </ns1:solidFill>
              </ns1:rPr>
              <ns1:t>4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FD17A778-6874-4554-BC4B-8EC010B2C054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ru-RU">
                <ns1:solidFill>
                  <ns1:srgbClr val="111827"/>
                </ns1:solidFill>
              </ns1:rPr>
              <ns1:t>Расширение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09CAC16A-408A-4F25-B570-DD0D52A62CDF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ru-RU">
                <ns1:solidFill>
                  <ns1:srgbClr val="667085"/>
                </ns1:solidFill>
              </ns1:rPr>
              <ns1:t>Новые команды и интеграции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3DDD9773-BFE5-44E6-AF6F-5895304CB43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410200"/>
            <ns1:ext cx="10572750" cy="19050"/>
          </ns1:xfrm>
          <ns1:prstGeom prst="rect">
            <ns1:avLst/>
          </ns1:prstGeom>
          <ns1:solidFill>
            <ns1:srgbClr val="D8E0EC"/>
          </ns1:solidFill>
          <ns1:ln w="0">
            <ns1:noFill/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79BAE46A-5867-4FDA-8E7F-5711E109D6F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619750"/>
            <ns1:ext cx="10572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111827"/>
                </ns1:solidFill>
              </ns1:defRPr>
            </ns1:defPPr>
            <ns1:lvl1pPr algn="l">
              <ns1:defRPr sz="1500" b="1">
                <ns1:solidFill>
                  <ns1:srgbClr val="111827"/>
                </ns1:solidFill>
              </ns1:defRPr>
            </ns1:lvl1pPr>
            <ns1:lvl2pPr algn="l">
              <ns1:defRPr sz="1500" b="1">
                <ns1:solidFill>
                  <ns1:srgbClr val="111827"/>
                </ns1:solidFill>
              </ns1:defRPr>
            </ns1:lvl2pPr>
            <ns1:lvl3pPr algn="l">
              <ns1:defRPr sz="1500" b="1">
                <ns1:solidFill>
                  <ns1:srgbClr val="111827"/>
                </ns1:solidFill>
              </ns1:defRPr>
            </ns1:lvl3pPr>
            <ns1:lvl4pPr algn="l">
              <ns1:defRPr sz="1500" b="1">
                <ns1:solidFill>
                  <ns1:srgbClr val="111827"/>
                </ns1:solidFill>
              </ns1:defRPr>
            </ns1:lvl4pPr>
            <ns1:lvl5pPr algn="l">
              <ns1:defRPr sz="1500" b="1">
                <ns1:solidFill>
                  <ns1:srgbClr val="111827"/>
                </ns1:solidFill>
              </ns1:defRPr>
            </ns1:lvl5pPr>
            <ns1:lvl6pPr algn="l">
              <ns1:defRPr sz="1500" b="1">
                <ns1:solidFill>
                  <ns1:srgbClr val="111827"/>
                </ns1:solidFill>
              </ns1:defRPr>
            </ns1:lvl6pPr>
            <ns1:lvl7pPr algn="l">
              <ns1:defRPr sz="1500" b="1">
                <ns1:solidFill>
                  <ns1:srgbClr val="111827"/>
                </ns1:solidFill>
              </ns1:defRPr>
            </ns1:lvl7pPr>
            <ns1:lvl8pPr algn="l">
              <ns1:defRPr sz="1500" b="1">
                <ns1:solidFill>
                  <ns1:srgbClr val="111827"/>
                </ns1:solidFill>
              </ns1:defRPr>
            </ns1:lvl8pPr>
            <ns1:lvl9pPr algn="l">
              <ns1:defRPr sz="150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500" b="1">
                <ns1:solidFill>
                  <ns1:srgbClr val="111827"/>
                </ns1:solidFill>
              </ns1:defRPr>
            </ns1:pPr>
            <ns1:r>
              <ns1:rPr sz="1500" b="1" lang="ru-RU">
                <ns1:solidFill>
                  <ns1:srgbClr val="111827"/>
                </ns1:solidFill>
              </ns1:rPr>
              <ns1:t>Критерий готовности пилота: команда проходит сценарий без ручного переноса данных между системами.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004CA605-3E26-4789-8A9E-29AD8AE4E39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67085"/>
                </ns1:solidFill>
              </ns1:defRPr>
            </ns1:defPPr>
            <ns1:lvl1pPr algn="l">
              <ns1:defRPr sz="900" b="1">
                <ns1:solidFill>
                  <ns1:srgbClr val="667085"/>
                </ns1:solidFill>
              </ns1:defRPr>
            </ns1:lvl1pPr>
            <ns1:lvl2pPr algn="l">
              <ns1:defRPr sz="900" b="1">
                <ns1:solidFill>
                  <ns1:srgbClr val="667085"/>
                </ns1:solidFill>
              </ns1:defRPr>
            </ns1:lvl2pPr>
            <ns1:lvl3pPr algn="l">
              <ns1:defRPr sz="900" b="1">
                <ns1:solidFill>
                  <ns1:srgbClr val="667085"/>
                </ns1:solidFill>
              </ns1:defRPr>
            </ns1:lvl3pPr>
            <ns1:lvl4pPr algn="l">
              <ns1:defRPr sz="900" b="1">
                <ns1:solidFill>
                  <ns1:srgbClr val="667085"/>
                </ns1:solidFill>
              </ns1:defRPr>
            </ns1:lvl4pPr>
            <ns1:lvl5pPr algn="l">
              <ns1:defRPr sz="900" b="1">
                <ns1:solidFill>
                  <ns1:srgbClr val="667085"/>
                </ns1:solidFill>
              </ns1:defRPr>
            </ns1:lvl5pPr>
            <ns1:lvl6pPr algn="l">
              <ns1:defRPr sz="900" b="1">
                <ns1:solidFill>
                  <ns1:srgbClr val="667085"/>
                </ns1:solidFill>
              </ns1:defRPr>
            </ns1:lvl6pPr>
            <ns1:lvl7pPr algn="l">
              <ns1:defRPr sz="900" b="1">
                <ns1:solidFill>
                  <ns1:srgbClr val="667085"/>
                </ns1:solidFill>
              </ns1:defRPr>
            </ns1:lvl7pPr>
            <ns1:lvl8pPr algn="l">
              <ns1:defRPr sz="900" b="1">
                <ns1:solidFill>
                  <ns1:srgbClr val="667085"/>
                </ns1:solidFill>
              </ns1:defRPr>
            </ns1:lvl8pPr>
            <ns1:lvl9pPr algn="l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900" b="1">
                <ns1:solidFill>
                  <ns1:srgbClr val="667085"/>
                </ns1:solidFill>
              </ns1:defRPr>
            </ns1:pPr>
            <ns1:r>
              <ns1:rPr sz="900" b="1" lang="ru-RU">
                <ns1:solidFill>
                  <ns1:srgbClr val="667085"/>
                </ns1:solidFill>
              </ns1:rPr>
              <ns1:t>NOVAFLUX  /  ОБЗОР ПРОДУКТА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5B5259C0-D07F-4C9F-9FE1-82544AAADB14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67085"/>
                </ns1:solidFill>
              </ns1:defRPr>
            </ns1:defPPr>
            <ns1:lvl1pPr algn="r">
              <ns1:defRPr sz="900" b="1">
                <ns1:solidFill>
                  <ns1:srgbClr val="667085"/>
                </ns1:solidFill>
              </ns1:defRPr>
            </ns1:lvl1pPr>
            <ns1:lvl2pPr algn="r">
              <ns1:defRPr sz="900" b="1">
                <ns1:solidFill>
                  <ns1:srgbClr val="667085"/>
                </ns1:solidFill>
              </ns1:defRPr>
            </ns1:lvl2pPr>
            <ns1:lvl3pPr algn="r">
              <ns1:defRPr sz="900" b="1">
                <ns1:solidFill>
                  <ns1:srgbClr val="667085"/>
                </ns1:solidFill>
              </ns1:defRPr>
            </ns1:lvl3pPr>
            <ns1:lvl4pPr algn="r">
              <ns1:defRPr sz="900" b="1">
                <ns1:solidFill>
                  <ns1:srgbClr val="667085"/>
                </ns1:solidFill>
              </ns1:defRPr>
            </ns1:lvl4pPr>
            <ns1:lvl5pPr algn="r">
              <ns1:defRPr sz="900" b="1">
                <ns1:solidFill>
                  <ns1:srgbClr val="667085"/>
                </ns1:solidFill>
              </ns1:defRPr>
            </ns1:lvl5pPr>
            <ns1:lvl6pPr algn="r">
              <ns1:defRPr sz="900" b="1">
                <ns1:solidFill>
                  <ns1:srgbClr val="667085"/>
                </ns1:solidFill>
              </ns1:defRPr>
            </ns1:lvl6pPr>
            <ns1:lvl7pPr algn="r">
              <ns1:defRPr sz="900" b="1">
                <ns1:solidFill>
                  <ns1:srgbClr val="667085"/>
                </ns1:solidFill>
              </ns1:defRPr>
            </ns1:lvl7pPr>
            <ns1:lvl8pPr algn="r">
              <ns1:defRPr sz="900" b="1">
                <ns1:solidFill>
                  <ns1:srgbClr val="667085"/>
                </ns1:solidFill>
              </ns1:defRPr>
            </ns1:lvl8pPr>
            <ns1:lvl9pPr algn="r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r">
              <ns1:defRPr sz="900" b="1">
                <ns1:solidFill>
                  <ns1:srgbClr val="667085"/>
                </ns1:solidFill>
              </ns1:defRPr>
            </ns1:pPr>
            <ns1:r>
              <ns1:rPr sz="900" b="1" lang="ru-RU">
                <ns1:solidFill>
                  <ns1:srgbClr val="667085"/>
                </ns1:solidFill>
              </ns1:rPr>
              <ns1:t>05</ns1:t>
            </ns1:r>
          </ns1:p>
        </ns0:txBody>
      </ns0:sp>
    </ns0:spTree>
    <ns0:extLst>
      <ns0:ext uri="{BB962C8B-B14F-4D97-AF65-F5344CB8AC3E}">
        <ns3:creationId val="1430042856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E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9D78A721-DC6E-419F-A802-75DA4D0F3F1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90550"/>
            <ns1:ext cx="2667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C7F36B"/>
                </ns1:solidFill>
              </ns1:defRPr>
            </ns1:defPPr>
            <ns1:lvl1pPr algn="l">
              <ns1:defRPr sz="1350" b="1">
                <ns1:solidFill>
                  <ns1:srgbClr val="C7F36B"/>
                </ns1:solidFill>
              </ns1:defRPr>
            </ns1:lvl1pPr>
            <ns1:lvl2pPr algn="l">
              <ns1:defRPr sz="1350" b="1">
                <ns1:solidFill>
                  <ns1:srgbClr val="C7F36B"/>
                </ns1:solidFill>
              </ns1:defRPr>
            </ns1:lvl2pPr>
            <ns1:lvl3pPr algn="l">
              <ns1:defRPr sz="1350" b="1">
                <ns1:solidFill>
                  <ns1:srgbClr val="C7F36B"/>
                </ns1:solidFill>
              </ns1:defRPr>
            </ns1:lvl3pPr>
            <ns1:lvl4pPr algn="l">
              <ns1:defRPr sz="1350" b="1">
                <ns1:solidFill>
                  <ns1:srgbClr val="C7F36B"/>
                </ns1:solidFill>
              </ns1:defRPr>
            </ns1:lvl4pPr>
            <ns1:lvl5pPr algn="l">
              <ns1:defRPr sz="1350" b="1">
                <ns1:solidFill>
                  <ns1:srgbClr val="C7F36B"/>
                </ns1:solidFill>
              </ns1:defRPr>
            </ns1:lvl5pPr>
            <ns1:lvl6pPr algn="l">
              <ns1:defRPr sz="1350" b="1">
                <ns1:solidFill>
                  <ns1:srgbClr val="C7F36B"/>
                </ns1:solidFill>
              </ns1:defRPr>
            </ns1:lvl6pPr>
            <ns1:lvl7pPr algn="l">
              <ns1:defRPr sz="1350" b="1">
                <ns1:solidFill>
                  <ns1:srgbClr val="C7F36B"/>
                </ns1:solidFill>
              </ns1:defRPr>
            </ns1:lvl7pPr>
            <ns1:lvl8pPr algn="l">
              <ns1:defRPr sz="1350" b="1">
                <ns1:solidFill>
                  <ns1:srgbClr val="C7F36B"/>
                </ns1:solidFill>
              </ns1:defRPr>
            </ns1:lvl8pPr>
            <ns1:lvl9pPr algn="l">
              <ns1:defRPr sz="135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350" b="1">
                <ns1:solidFill>
                  <ns1:srgbClr val="C7F36B"/>
                </ns1:solidFill>
              </ns1:defRPr>
            </ns1:pPr>
            <ns1:r>
              <ns1:rPr sz="1350" b="1" lang="ru-RU">
                <ns1:solidFill>
                  <ns1:srgbClr val="C7F36B"/>
                </ns1:solidFill>
              </ns1:rPr>
              <ns1:t>NOVAFLUX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E89D79FE-57AF-4FC1-B082-52EBC50F12A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571625"/>
            <ns1:ext cx="8382000" cy="1143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FFFFFF"/>
                </ns1:solidFill>
              </ns1:defRPr>
            </ns1:defPPr>
            <ns1:lvl1pPr algn="l">
              <ns1:defRPr sz="3450" b="1">
                <ns1:solidFill>
                  <ns1:srgbClr val="FFFFFF"/>
                </ns1:solidFill>
              </ns1:defRPr>
            </ns1:lvl1pPr>
            <ns1:lvl2pPr algn="l">
              <ns1:defRPr sz="3450" b="1">
                <ns1:solidFill>
                  <ns1:srgbClr val="FFFFFF"/>
                </ns1:solidFill>
              </ns1:defRPr>
            </ns1:lvl2pPr>
            <ns1:lvl3pPr algn="l">
              <ns1:defRPr sz="3450" b="1">
                <ns1:solidFill>
                  <ns1:srgbClr val="FFFFFF"/>
                </ns1:solidFill>
              </ns1:defRPr>
            </ns1:lvl3pPr>
            <ns1:lvl4pPr algn="l">
              <ns1:defRPr sz="3450" b="1">
                <ns1:solidFill>
                  <ns1:srgbClr val="FFFFFF"/>
                </ns1:solidFill>
              </ns1:defRPr>
            </ns1:lvl4pPr>
            <ns1:lvl5pPr algn="l">
              <ns1:defRPr sz="3450" b="1">
                <ns1:solidFill>
                  <ns1:srgbClr val="FFFFFF"/>
                </ns1:solidFill>
              </ns1:defRPr>
            </ns1:lvl5pPr>
            <ns1:lvl6pPr algn="l">
              <ns1:defRPr sz="3450" b="1">
                <ns1:solidFill>
                  <ns1:srgbClr val="FFFFFF"/>
                </ns1:solidFill>
              </ns1:defRPr>
            </ns1:lvl6pPr>
            <ns1:lvl7pPr algn="l">
              <ns1:defRPr sz="3450" b="1">
                <ns1:solidFill>
                  <ns1:srgbClr val="FFFFFF"/>
                </ns1:solidFill>
              </ns1:defRPr>
            </ns1:lvl7pPr>
            <ns1:lvl8pPr algn="l">
              <ns1:defRPr sz="3450" b="1">
                <ns1:solidFill>
                  <ns1:srgbClr val="FFFFFF"/>
                </ns1:solidFill>
              </ns1:defRPr>
            </ns1:lvl8pPr>
            <ns1:lvl9pPr algn="l">
              <ns1:defRPr sz="34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450" b="1">
                <ns1:solidFill>
                  <ns1:srgbClr val="FFFFFF"/>
                </ns1:solidFill>
              </ns1:defRPr>
            </ns1:pPr>
            <ns1:r>
              <ns1:rPr sz="3450" b="1" lang="ru-RU">
                <ns1:solidFill>
                  <ns1:srgbClr val="FFFFFF"/>
                </ns1:solidFill>
              </ns1:rPr>
              <ns1:t>Единый рабочий маршрут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FEB324A-84A8-4DD6-9D68-5AECEB6A35B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000375"/>
            <ns1:ext cx="72390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0">
                <ns1:solidFill>
                  <ns1:srgbClr val="C8D3E7"/>
                </ns1:solidFill>
              </ns1:defRPr>
            </ns1:defPPr>
            <ns1:lvl1pPr algn="l">
              <ns1:defRPr sz="1725" b="0">
                <ns1:solidFill>
                  <ns1:srgbClr val="C8D3E7"/>
                </ns1:solidFill>
              </ns1:defRPr>
            </ns1:lvl1pPr>
            <ns1:lvl2pPr algn="l">
              <ns1:defRPr sz="1725" b="0">
                <ns1:solidFill>
                  <ns1:srgbClr val="C8D3E7"/>
                </ns1:solidFill>
              </ns1:defRPr>
            </ns1:lvl2pPr>
            <ns1:lvl3pPr algn="l">
              <ns1:defRPr sz="1725" b="0">
                <ns1:solidFill>
                  <ns1:srgbClr val="C8D3E7"/>
                </ns1:solidFill>
              </ns1:defRPr>
            </ns1:lvl3pPr>
            <ns1:lvl4pPr algn="l">
              <ns1:defRPr sz="1725" b="0">
                <ns1:solidFill>
                  <ns1:srgbClr val="C8D3E7"/>
                </ns1:solidFill>
              </ns1:defRPr>
            </ns1:lvl4pPr>
            <ns1:lvl5pPr algn="l">
              <ns1:defRPr sz="1725" b="0">
                <ns1:solidFill>
                  <ns1:srgbClr val="C8D3E7"/>
                </ns1:solidFill>
              </ns1:defRPr>
            </ns1:lvl5pPr>
            <ns1:lvl6pPr algn="l">
              <ns1:defRPr sz="1725" b="0">
                <ns1:solidFill>
                  <ns1:srgbClr val="C8D3E7"/>
                </ns1:solidFill>
              </ns1:defRPr>
            </ns1:lvl6pPr>
            <ns1:lvl7pPr algn="l">
              <ns1:defRPr sz="1725" b="0">
                <ns1:solidFill>
                  <ns1:srgbClr val="C8D3E7"/>
                </ns1:solidFill>
              </ns1:defRPr>
            </ns1:lvl7pPr>
            <ns1:lvl8pPr algn="l">
              <ns1:defRPr sz="1725" b="0">
                <ns1:solidFill>
                  <ns1:srgbClr val="C8D3E7"/>
                </ns1:solidFill>
              </ns1:defRPr>
            </ns1:lvl8pPr>
            <ns1:lvl9pPr algn="l">
              <ns1:defRPr sz="1725" b="0">
                <ns1:solidFill>
                  <ns1:srgbClr val="C8D3E7"/>
                </ns1:solidFill>
              </ns1:defRPr>
            </ns1:lvl9pPr>
          </ns1:lstStyle>
          <ns1:p>
            <ns1:pPr algn="l">
              <ns1:defRPr sz="1725" b="0">
                <ns1:solidFill>
                  <ns1:srgbClr val="C8D3E7"/>
                </ns1:solidFill>
              </ns1:defRPr>
            </ns1:pPr>
            <ns1:r>
              <ns1:rPr sz="1725" b="0" lang="ru-RU">
                <ns1:solidFill>
                  <ns1:srgbClr val="C8D3E7"/>
                </ns1:solidFill>
              </ns1:rPr>
              <ns1:t>Продуктовая концепция готова для демонстрации, проверки сценариев и развития интерфейса.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FE7646A-1FAF-4AA7-B346-67B51DB61B1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429125"/>
            <ns1:ext cx="3143250" cy="571500"/>
          </ns1:xfrm>
          <ns1:prstGeom prst="roundRect">
            <ns1:avLst>
              <ns1:gd name="adj" fmla="val 2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08E19D95-37DF-4F95-BDF1-C33676E25DBB}"/>
              </ns1:ext>
            </ns1:extLst>
          </ns0:cNvPr>
          <ns0:cNvSpPr>
            <ns1:spLocks noGrp="1"/>
          </ns0:cNvSpPr>
          <ns0:nvPr/>
        </ns0:nvSpPr>
        <ns0:spPr>
          <ns1:xfrm>
            <ns1:off x="904875" y="4543425"/>
            <ns1:ext cx="2667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275" b="1">
                <ns1:solidFill>
                  <ns1:srgbClr val="FFFFFF"/>
                </ns1:solidFill>
              </ns1:defRPr>
            </ns1:defPPr>
            <ns1:lvl1pPr algn="ctr">
              <ns1:defRPr sz="1275" b="1">
                <ns1:solidFill>
                  <ns1:srgbClr val="FFFFFF"/>
                </ns1:solidFill>
              </ns1:defRPr>
            </ns1:lvl1pPr>
            <ns1:lvl2pPr algn="ctr">
              <ns1:defRPr sz="1275" b="1">
                <ns1:solidFill>
                  <ns1:srgbClr val="FFFFFF"/>
                </ns1:solidFill>
              </ns1:defRPr>
            </ns1:lvl2pPr>
            <ns1:lvl3pPr algn="ctr">
              <ns1:defRPr sz="1275" b="1">
                <ns1:solidFill>
                  <ns1:srgbClr val="FFFFFF"/>
                </ns1:solidFill>
              </ns1:defRPr>
            </ns1:lvl3pPr>
            <ns1:lvl4pPr algn="ctr">
              <ns1:defRPr sz="1275" b="1">
                <ns1:solidFill>
                  <ns1:srgbClr val="FFFFFF"/>
                </ns1:solidFill>
              </ns1:defRPr>
            </ns1:lvl4pPr>
            <ns1:lvl5pPr algn="ctr">
              <ns1:defRPr sz="1275" b="1">
                <ns1:solidFill>
                  <ns1:srgbClr val="FFFFFF"/>
                </ns1:solidFill>
              </ns1:defRPr>
            </ns1:lvl5pPr>
            <ns1:lvl6pPr algn="ctr">
              <ns1:defRPr sz="1275" b="1">
                <ns1:solidFill>
                  <ns1:srgbClr val="FFFFFF"/>
                </ns1:solidFill>
              </ns1:defRPr>
            </ns1:lvl6pPr>
            <ns1:lvl7pPr algn="ctr">
              <ns1:defRPr sz="1275" b="1">
                <ns1:solidFill>
                  <ns1:srgbClr val="FFFFFF"/>
                </ns1:solidFill>
              </ns1:defRPr>
            </ns1:lvl7pPr>
            <ns1:lvl8pPr algn="ctr">
              <ns1:defRPr sz="1275" b="1">
                <ns1:solidFill>
                  <ns1:srgbClr val="FFFFFF"/>
                </ns1:solidFill>
              </ns1:defRPr>
            </ns1:lvl8pPr>
            <ns1:lvl9pPr algn="ctr">
              <ns1:defRPr sz="1275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1275" b="1">
                <ns1:solidFill>
                  <ns1:srgbClr val="FFFFFF"/>
                </ns1:solidFill>
              </ns1:defRPr>
            </ns1:pPr>
            <ns1:r>
              <ns1:rPr sz="1275" b="1" lang="ru-RU">
                <ns1:solidFill>
                  <ns1:srgbClr val="FFFFFF"/>
                </ns1:solidFill>
              </ns1:rPr>
              <ns1:t>КОНЦЕПТ ПРОДУКТА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5BA1C61-294C-4ADD-A2E3-AF74382B00B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467350"/>
            <ns1:ext cx="723900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98A7C2"/>
                </ns1:solidFill>
              </ns1:defRPr>
            </ns1:defPPr>
            <ns1:lvl1pPr algn="l">
              <ns1:defRPr sz="1350" b="0">
                <ns1:solidFill>
                  <ns1:srgbClr val="98A7C2"/>
                </ns1:solidFill>
              </ns1:defRPr>
            </ns1:lvl1pPr>
            <ns1:lvl2pPr algn="l">
              <ns1:defRPr sz="1350" b="0">
                <ns1:solidFill>
                  <ns1:srgbClr val="98A7C2"/>
                </ns1:solidFill>
              </ns1:defRPr>
            </ns1:lvl2pPr>
            <ns1:lvl3pPr algn="l">
              <ns1:defRPr sz="1350" b="0">
                <ns1:solidFill>
                  <ns1:srgbClr val="98A7C2"/>
                </ns1:solidFill>
              </ns1:defRPr>
            </ns1:lvl3pPr>
            <ns1:lvl4pPr algn="l">
              <ns1:defRPr sz="1350" b="0">
                <ns1:solidFill>
                  <ns1:srgbClr val="98A7C2"/>
                </ns1:solidFill>
              </ns1:defRPr>
            </ns1:lvl4pPr>
            <ns1:lvl5pPr algn="l">
              <ns1:defRPr sz="1350" b="0">
                <ns1:solidFill>
                  <ns1:srgbClr val="98A7C2"/>
                </ns1:solidFill>
              </ns1:defRPr>
            </ns1:lvl5pPr>
            <ns1:lvl6pPr algn="l">
              <ns1:defRPr sz="1350" b="0">
                <ns1:solidFill>
                  <ns1:srgbClr val="98A7C2"/>
                </ns1:solidFill>
              </ns1:defRPr>
            </ns1:lvl6pPr>
            <ns1:lvl7pPr algn="l">
              <ns1:defRPr sz="1350" b="0">
                <ns1:solidFill>
                  <ns1:srgbClr val="98A7C2"/>
                </ns1:solidFill>
              </ns1:defRPr>
            </ns1:lvl7pPr>
            <ns1:lvl8pPr algn="l">
              <ns1:defRPr sz="1350" b="0">
                <ns1:solidFill>
                  <ns1:srgbClr val="98A7C2"/>
                </ns1:solidFill>
              </ns1:defRPr>
            </ns1:lvl8pPr>
            <ns1:lvl9pPr algn="l">
              <ns1:defRPr sz="1350" b="0">
                <ns1:solidFill>
                  <ns1:srgbClr val="98A7C2"/>
                </ns1:solidFill>
              </ns1:defRPr>
            </ns1:lvl9pPr>
          </ns1:lstStyle>
          <ns1:p>
            <ns1:pPr algn="l">
              <ns1:defRPr sz="1350" b="0">
                <ns1:solidFill>
                  <ns1:srgbClr val="98A7C2"/>
                </ns1:solidFill>
              </ns1:defRPr>
            </ns1:pPr>
            <ns1:r>
              <ns1:rPr sz="1350" b="0" lang="ru-RU">
                <ns1:solidFill>
                  <ns1:srgbClr val="98A7C2"/>
                </ns1:solidFill>
              </ns1:rPr>
              <ns1:t>Демонстрационный проект для портфолио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FCCB80AE-F193-4748-A0B4-9421EC7DD0CB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1714500"/>
            <ns1:ext cx="2000250" cy="2000250"/>
          </ns1:xfrm>
          <ns1:prstGeom prst="roundRect">
            <ns1:avLst>
              <ns1:gd name="adj" fmla="val 5714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2116DA49-755E-453A-BF48-819C3CFFF2A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2286000"/>
            <ns1:ext cx="142875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4950" b="1">
                <ns1:solidFill>
                  <ns1:srgbClr val="FFFFFF"/>
                </ns1:solidFill>
              </ns1:defRPr>
            </ns1:defPPr>
            <ns1:lvl1pPr algn="ctr">
              <ns1:defRPr sz="4950" b="1">
                <ns1:solidFill>
                  <ns1:srgbClr val="FFFFFF"/>
                </ns1:solidFill>
              </ns1:defRPr>
            </ns1:lvl1pPr>
            <ns1:lvl2pPr algn="ctr">
              <ns1:defRPr sz="4950" b="1">
                <ns1:solidFill>
                  <ns1:srgbClr val="FFFFFF"/>
                </ns1:solidFill>
              </ns1:defRPr>
            </ns1:lvl2pPr>
            <ns1:lvl3pPr algn="ctr">
              <ns1:defRPr sz="4950" b="1">
                <ns1:solidFill>
                  <ns1:srgbClr val="FFFFFF"/>
                </ns1:solidFill>
              </ns1:defRPr>
            </ns1:lvl3pPr>
            <ns1:lvl4pPr algn="ctr">
              <ns1:defRPr sz="4950" b="1">
                <ns1:solidFill>
                  <ns1:srgbClr val="FFFFFF"/>
                </ns1:solidFill>
              </ns1:defRPr>
            </ns1:lvl4pPr>
            <ns1:lvl5pPr algn="ctr">
              <ns1:defRPr sz="4950" b="1">
                <ns1:solidFill>
                  <ns1:srgbClr val="FFFFFF"/>
                </ns1:solidFill>
              </ns1:defRPr>
            </ns1:lvl5pPr>
            <ns1:lvl6pPr algn="ctr">
              <ns1:defRPr sz="4950" b="1">
                <ns1:solidFill>
                  <ns1:srgbClr val="FFFFFF"/>
                </ns1:solidFill>
              </ns1:defRPr>
            </ns1:lvl6pPr>
            <ns1:lvl7pPr algn="ctr">
              <ns1:defRPr sz="4950" b="1">
                <ns1:solidFill>
                  <ns1:srgbClr val="FFFFFF"/>
                </ns1:solidFill>
              </ns1:defRPr>
            </ns1:lvl7pPr>
            <ns1:lvl8pPr algn="ctr">
              <ns1:defRPr sz="4950" b="1">
                <ns1:solidFill>
                  <ns1:srgbClr val="FFFFFF"/>
                </ns1:solidFill>
              </ns1:defRPr>
            </ns1:lvl8pPr>
            <ns1:lvl9pPr algn="ctr">
              <ns1:defRPr sz="4950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4950" b="1">
                <ns1:solidFill>
                  <ns1:srgbClr val="FFFFFF"/>
                </ns1:solidFill>
              </ns1:defRPr>
            </ns1:pPr>
            <ns1:r>
              <ns1:rPr sz="4950" b="1" lang="ru-RU">
                <ns1:solidFill>
                  <ns1:srgbClr val="FFFFFF"/>
                </ns1:solidFill>
              </ns1:rPr>
              <ns1:t>N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D15F8C44-15F8-4DF0-AC69-840C161EDA0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8A7C2"/>
                </ns1:solidFill>
              </ns1:defRPr>
            </ns1:defPPr>
            <ns1:lvl1pPr algn="l">
              <ns1:defRPr sz="900" b="1">
                <ns1:solidFill>
                  <ns1:srgbClr val="98A7C2"/>
                </ns1:solidFill>
              </ns1:defRPr>
            </ns1:lvl1pPr>
            <ns1:lvl2pPr algn="l">
              <ns1:defRPr sz="900" b="1">
                <ns1:solidFill>
                  <ns1:srgbClr val="98A7C2"/>
                </ns1:solidFill>
              </ns1:defRPr>
            </ns1:lvl2pPr>
            <ns1:lvl3pPr algn="l">
              <ns1:defRPr sz="900" b="1">
                <ns1:solidFill>
                  <ns1:srgbClr val="98A7C2"/>
                </ns1:solidFill>
              </ns1:defRPr>
            </ns1:lvl3pPr>
            <ns1:lvl4pPr algn="l">
              <ns1:defRPr sz="900" b="1">
                <ns1:solidFill>
                  <ns1:srgbClr val="98A7C2"/>
                </ns1:solidFill>
              </ns1:defRPr>
            </ns1:lvl4pPr>
            <ns1:lvl5pPr algn="l">
              <ns1:defRPr sz="900" b="1">
                <ns1:solidFill>
                  <ns1:srgbClr val="98A7C2"/>
                </ns1:solidFill>
              </ns1:defRPr>
            </ns1:lvl5pPr>
            <ns1:lvl6pPr algn="l">
              <ns1:defRPr sz="900" b="1">
                <ns1:solidFill>
                  <ns1:srgbClr val="98A7C2"/>
                </ns1:solidFill>
              </ns1:defRPr>
            </ns1:lvl6pPr>
            <ns1:lvl7pPr algn="l">
              <ns1:defRPr sz="900" b="1">
                <ns1:solidFill>
                  <ns1:srgbClr val="98A7C2"/>
                </ns1:solidFill>
              </ns1:defRPr>
            </ns1:lvl7pPr>
            <ns1:lvl8pPr algn="l">
              <ns1:defRPr sz="900" b="1">
                <ns1:solidFill>
                  <ns1:srgbClr val="98A7C2"/>
                </ns1:solidFill>
              </ns1:defRPr>
            </ns1:lvl8pPr>
            <ns1:lvl9pPr algn="l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l">
              <ns1:defRPr sz="900" b="1">
                <ns1:solidFill>
                  <ns1:srgbClr val="98A7C2"/>
                </ns1:solidFill>
              </ns1:defRPr>
            </ns1:pPr>
            <ns1:r>
              <ns1:rPr sz="900" b="1" lang="ru-RU">
                <ns1:solidFill>
                  <ns1:srgbClr val="98A7C2"/>
                </ns1:solidFill>
              </ns1:rPr>
              <ns1:t>NOVAFLUX  /  ОБЗОР ПРОДУКТА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FFA5806-83BA-4119-83BE-A59E9F0AB396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8A7C2"/>
                </ns1:solidFill>
              </ns1:defRPr>
            </ns1:defPPr>
            <ns1:lvl1pPr algn="r">
              <ns1:defRPr sz="900" b="1">
                <ns1:solidFill>
                  <ns1:srgbClr val="98A7C2"/>
                </ns1:solidFill>
              </ns1:defRPr>
            </ns1:lvl1pPr>
            <ns1:lvl2pPr algn="r">
              <ns1:defRPr sz="900" b="1">
                <ns1:solidFill>
                  <ns1:srgbClr val="98A7C2"/>
                </ns1:solidFill>
              </ns1:defRPr>
            </ns1:lvl2pPr>
            <ns1:lvl3pPr algn="r">
              <ns1:defRPr sz="900" b="1">
                <ns1:solidFill>
                  <ns1:srgbClr val="98A7C2"/>
                </ns1:solidFill>
              </ns1:defRPr>
            </ns1:lvl3pPr>
            <ns1:lvl4pPr algn="r">
              <ns1:defRPr sz="900" b="1">
                <ns1:solidFill>
                  <ns1:srgbClr val="98A7C2"/>
                </ns1:solidFill>
              </ns1:defRPr>
            </ns1:lvl4pPr>
            <ns1:lvl5pPr algn="r">
              <ns1:defRPr sz="900" b="1">
                <ns1:solidFill>
                  <ns1:srgbClr val="98A7C2"/>
                </ns1:solidFill>
              </ns1:defRPr>
            </ns1:lvl5pPr>
            <ns1:lvl6pPr algn="r">
              <ns1:defRPr sz="900" b="1">
                <ns1:solidFill>
                  <ns1:srgbClr val="98A7C2"/>
                </ns1:solidFill>
              </ns1:defRPr>
            </ns1:lvl6pPr>
            <ns1:lvl7pPr algn="r">
              <ns1:defRPr sz="900" b="1">
                <ns1:solidFill>
                  <ns1:srgbClr val="98A7C2"/>
                </ns1:solidFill>
              </ns1:defRPr>
            </ns1:lvl7pPr>
            <ns1:lvl8pPr algn="r">
              <ns1:defRPr sz="900" b="1">
                <ns1:solidFill>
                  <ns1:srgbClr val="98A7C2"/>
                </ns1:solidFill>
              </ns1:defRPr>
            </ns1:lvl8pPr>
            <ns1:lvl9pPr algn="r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r">
              <ns1:defRPr sz="900" b="1">
                <ns1:solidFill>
                  <ns1:srgbClr val="98A7C2"/>
                </ns1:solidFill>
              </ns1:defRPr>
            </ns1:pPr>
            <ns1:r>
              <ns1:rPr sz="900" b="1" lang="ru-RU">
                <ns1:solidFill>
                  <ns1:srgbClr val="98A7C2"/>
                </ns1:solidFill>
              </ns1:rPr>
              <ns1:t>06</ns1:t>
            </ns1:r>
          </ns1:p>
        </ns0:txBody>
      </ns0:sp>
    </ns0:spTree>
    <ns0:extLst>
      <ns0:ext uri="{BB962C8B-B14F-4D97-AF65-F5344CB8AC3E}">
        <ns3:creationId val="116759397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2026-10-21T11:53:44.0440000Z</dcterms:created>
  <dcterms:modified xsi:type="dcterms:W3CDTF">2026-10-21T11:53:44.0440000Z</dcterms:modified>
</coreProperties>
</file>