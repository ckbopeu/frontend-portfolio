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0a843ff2db4120" /><Relationship Type="http://schemas.openxmlformats.org/officeDocument/2006/relationships/extended-properties" Target="/docProps/app.xml" Id="R07609cff93a740a1" /><Relationship Type="http://schemas.openxmlformats.org/officeDocument/2006/relationships/officeDocument" Target="/ppt/presentation.xml" Id="R0d998819572c42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c453b00c07424b"/>
  </p:sldMasterIdLst>
  <p:notesMasterIdLst>
    <p:notesMasterId xmlns:r="http://schemas.openxmlformats.org/officeDocument/2006/relationships" r:id="R11846a44b6a547c9"/>
  </p:notesMasterIdLst>
  <p:sldIdLst>
    <p:sldId xmlns:r="http://schemas.openxmlformats.org/officeDocument/2006/relationships" id="256" r:id="R146533def69e4b52"/>
    <p:sldId xmlns:r="http://schemas.openxmlformats.org/officeDocument/2006/relationships" id="257" r:id="R43abaec90d5341f8"/>
    <p:sldId xmlns:r="http://schemas.openxmlformats.org/officeDocument/2006/relationships" id="258" r:id="Rb9bab0472a1a482e"/>
    <p:sldId xmlns:r="http://schemas.openxmlformats.org/officeDocument/2006/relationships" id="259" r:id="Ra5148f21f62d4a1b"/>
    <p:sldId xmlns:r="http://schemas.openxmlformats.org/officeDocument/2006/relationships" id="260" r:id="Rfb0bbab6a34b4194"/>
    <p:sldId xmlns:r="http://schemas.openxmlformats.org/officeDocument/2006/relationships" id="261" r:id="Rec8e1923e3c24e78"/>
    <p:sldId xmlns:r="http://schemas.openxmlformats.org/officeDocument/2006/relationships" id="262" r:id="R5eefcb00d2ff41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4347c48cb45a2" /><Relationship Type="http://schemas.openxmlformats.org/officeDocument/2006/relationships/slideMaster" Target="/ppt/slideMasters/slideMaster1.xml" Id="R6dc453b00c07424b" /><Relationship Type="http://schemas.openxmlformats.org/officeDocument/2006/relationships/notesMaster" Target="/ppt/notesMasters/notesMaster1.xml" Id="R11846a44b6a547c9" /><Relationship Type="http://schemas.openxmlformats.org/officeDocument/2006/relationships/presProps" Target="/ppt/presProps.xml" Id="R84ce39052fa14176" /><Relationship Type="http://schemas.openxmlformats.org/officeDocument/2006/relationships/tableStyles" Target="/ppt/tableStyles.xml" Id="R4e3d2772f45b422f" /><Relationship Type="http://schemas.openxmlformats.org/officeDocument/2006/relationships/slide" Target="/ppt/slides/slide1.xml" Id="R146533def69e4b52" /><Relationship Type="http://schemas.openxmlformats.org/officeDocument/2006/relationships/slide" Target="/ppt/slides/slide2.xml" Id="R43abaec90d5341f8" /><Relationship Type="http://schemas.openxmlformats.org/officeDocument/2006/relationships/slide" Target="/ppt/slides/slide3.xml" Id="Rb9bab0472a1a482e" /><Relationship Type="http://schemas.openxmlformats.org/officeDocument/2006/relationships/slide" Target="/ppt/slides/slide4.xml" Id="Ra5148f21f62d4a1b" /><Relationship Type="http://schemas.openxmlformats.org/officeDocument/2006/relationships/slide" Target="/ppt/slides/slide5.xml" Id="Rfb0bbab6a34b4194" /><Relationship Type="http://schemas.openxmlformats.org/officeDocument/2006/relationships/slide" Target="/ppt/slides/slide6.xml" Id="Rec8e1923e3c24e78" /><Relationship Type="http://schemas.openxmlformats.org/officeDocument/2006/relationships/slide" Target="/ppt/slides/slide7.xml" Id="R5eefcb00d2ff41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0afa58a29743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45e51ce599449a" /><Relationship Type="http://schemas.openxmlformats.org/officeDocument/2006/relationships/notesMaster" Target="/ppt/notesMasters/notesMaster1.xml" Id="Rf4820d4d5aec40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69d3abc6724c2c" /><Relationship Type="http://schemas.openxmlformats.org/officeDocument/2006/relationships/notesMaster" Target="/ppt/notesMasters/notesMaster1.xml" Id="Rc9c91a90796345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9e739bbaab4370" /><Relationship Type="http://schemas.openxmlformats.org/officeDocument/2006/relationships/notesMaster" Target="/ppt/notesMasters/notesMaster1.xml" Id="R8edf624479864f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57d5ed930244e3" /><Relationship Type="http://schemas.openxmlformats.org/officeDocument/2006/relationships/notesMaster" Target="/ppt/notesMasters/notesMaster1.xml" Id="R2f15ad8acbd145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d92332681d4124" /><Relationship Type="http://schemas.openxmlformats.org/officeDocument/2006/relationships/notesMaster" Target="/ppt/notesMasters/notesMaster1.xml" Id="Rdf5df5c9f6be4d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7ffb1a9be644f1" /><Relationship Type="http://schemas.openxmlformats.org/officeDocument/2006/relationships/notesMaster" Target="/ppt/notesMasters/notesMaster1.xml" Id="R6d7911d9f77f48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242d2520404508" /><Relationship Type="http://schemas.openxmlformats.org/officeDocument/2006/relationships/notesMaster" Target="/ppt/notesMasters/notesMaster1.xml" Id="R0e16273b0c344e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d2b11021243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984b1285640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41c07ae6848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0b4894b5e42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bdc15bd48343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dac469a7c4e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5A9025-180C-4B33-9526-23F790BBDB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5CD41B-FA3A-415F-86D3-8A3D153C4E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7426D4-E5ED-45EB-9575-C421870F33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2A8D79-1A79-4CDF-AF11-8FD40A57A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66D50A-0C68-4776-8EB6-21213E7845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F2420E-2554-4284-B837-CDDBD0C24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B23CA6-3340-4D21-9796-15A80DB230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440B8D-37A4-4898-8699-423DF3B1EA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CE1CA6-9629-4B8D-857A-2BD4DDB5C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30FDD3-3251-42C3-8B07-054A544778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b33af31fdc42c7" /><Relationship Type="http://schemas.openxmlformats.org/officeDocument/2006/relationships/slideLayout" Target="/ppt/slideLayouts/slideLayout1.xml" Id="R0c4e3b771c674349" /><Relationship Type="http://schemas.openxmlformats.org/officeDocument/2006/relationships/slideLayout" Target="/ppt/slideLayouts/slideLayout2.xml" Id="Rbc95805e81d149e3" /><Relationship Type="http://schemas.openxmlformats.org/officeDocument/2006/relationships/slideLayout" Target="/ppt/slideLayouts/slideLayout3.xml" Id="R95d36e5f82774afe" /><Relationship Type="http://schemas.openxmlformats.org/officeDocument/2006/relationships/slideLayout" Target="/ppt/slideLayouts/slideLayout4.xml" Id="Raab9696b70d149f7" /><Relationship Type="http://schemas.openxmlformats.org/officeDocument/2006/relationships/slideLayout" Target="/ppt/slideLayouts/slideLayout5.xml" Id="R7fc3dfcc28ae4db0" /><Relationship Type="http://schemas.openxmlformats.org/officeDocument/2006/relationships/slideLayout" Target="/ppt/slideLayouts/slideLayout6.xml" Id="Re61fc9901dc546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4e3b771c674349"/>
    <p:sldLayoutId xmlns:r="http://schemas.openxmlformats.org/officeDocument/2006/relationships" id="2147483650" r:id="Rbc95805e81d149e3"/>
    <p:sldLayoutId xmlns:r="http://schemas.openxmlformats.org/officeDocument/2006/relationships" id="2147483651" r:id="R95d36e5f82774afe"/>
    <p:sldLayoutId xmlns:r="http://schemas.openxmlformats.org/officeDocument/2006/relationships" id="2147483652" r:id="Raab9696b70d149f7"/>
    <p:sldLayoutId xmlns:r="http://schemas.openxmlformats.org/officeDocument/2006/relationships" id="2147483653" r:id="R7fc3dfcc28ae4db0"/>
    <p:sldLayoutId xmlns:r="http://schemas.openxmlformats.org/officeDocument/2006/relationships" id="2147483654" r:id="Re61fc9901dc546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7c36fe14044be8" /><Relationship Type="http://schemas.openxmlformats.org/officeDocument/2006/relationships/image" Target="/ppt/media/image.png" Id="R53e98f5df4fe4ecf" /><Relationship Type="http://schemas.openxmlformats.org/officeDocument/2006/relationships/notesSlide" Target="/ppt/notesSlides/notesSlide1.xml" Id="Re18058d4f3e442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e8a1bc1564b99" /><Relationship Type="http://schemas.openxmlformats.org/officeDocument/2006/relationships/notesSlide" Target="/ppt/notesSlides/notesSlide2.xml" Id="Rbe4a30b6c1df42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55c0460ea42c6" /><Relationship Type="http://schemas.openxmlformats.org/officeDocument/2006/relationships/notesSlide" Target="/ppt/notesSlides/notesSlide3.xml" Id="Rd06f58d518b94c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de311386c64be1" /><Relationship Type="http://schemas.openxmlformats.org/officeDocument/2006/relationships/notesSlide" Target="/ppt/notesSlides/notesSlide4.xml" Id="R6814ff4775fb4f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3d389ccc34172" /><Relationship Type="http://schemas.openxmlformats.org/officeDocument/2006/relationships/notesSlide" Target="/ppt/notesSlides/notesSlide5.xml" Id="R448ceabc10594f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c97a026184a5e" /><Relationship Type="http://schemas.openxmlformats.org/officeDocument/2006/relationships/notesSlide" Target="/ppt/notesSlides/notesSlide6.xml" Id="Ra4231c7f7e6c46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578f2f884436b" /><Relationship Type="http://schemas.openxmlformats.org/officeDocument/2006/relationships/notesSlide" Target="/ppt/notesSlides/notesSlide7.xml" Id="R10d7fa5749204da1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101827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8" name="">
            <ns1:extLst>
              <ns1:ext uri="{FF2B5EF4-FFF2-40B4-BE49-F238E27FC236}">
                <ns2:creationId id="{685D68B3-64CC-4F6C-A592-6DBC9FD716DD}"/>
              </ns1:ext>
            </ns1:extLst>
          </ns0:cNvPr>
          <ns0:cNvPicPr>
            <ns1:picLocks noChangeAspect="1"/>
          </ns0:cNvPicPr>
          <ns0:nvPr/>
        </ns0:nvPicPr>
        <ns0:blipFill>
          <ns1:blip ns3:embed="R53e98f5df4fe4ecf"/>
          <ns1:srcRect l="12000" t="0" r="0" b="0"/>
          <ns1:stretch/>
        </ns0:blipFill>
        <ns0:spPr>
          <ns1:xfrm>
            <ns1:off x="4762500" y="0"/>
            <ns1:ext cx="7429500" cy="6858000"/>
          </ns1:xfrm>
          <ns1:prstGeom prst="rect">
            <ns1:avLst/>
          </ns1:prstGeom>
        </ns0:spPr>
      </ns0:pic>
      <ns0:sp>
        <ns0:nvSpPr>
          <ns0:cNvPr id="2" name="">
            <ns1:extLst>
              <ns1:ext uri="{FF2B5EF4-FFF2-40B4-BE49-F238E27FC236}">
                <ns2:creationId id="{B6C52DB1-739E-4E25-ABFB-72781CE2A203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5810250" cy="6858000"/>
          </ns1:xfrm>
          <ns1:prstGeom prst="rect">
            <ns1:avLst/>
          </ns1:prstGeom>
          <ns1:solidFill>
            <ns1:srgbClr val="101827"/>
          </ns1:solidFill>
          <ns1:ln w="0">
            <ns1:noFill/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2:creationId id="{3FB515BB-CF3D-499B-AD0B-B52841797FD2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71500"/>
            <ns1:ext cx="3143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F47B61"/>
                </ns1:solidFill>
              </ns1:defRPr>
            </ns1:defPPr>
            <ns1:lvl1pPr algn="l">
              <ns1:defRPr sz="1350" b="1">
                <ns1:solidFill>
                  <ns1:srgbClr val="F47B61"/>
                </ns1:solidFill>
              </ns1:defRPr>
            </ns1:lvl1pPr>
            <ns1:lvl2pPr algn="l">
              <ns1:defRPr sz="1350" b="1">
                <ns1:solidFill>
                  <ns1:srgbClr val="F47B61"/>
                </ns1:solidFill>
              </ns1:defRPr>
            </ns1:lvl2pPr>
            <ns1:lvl3pPr algn="l">
              <ns1:defRPr sz="1350" b="1">
                <ns1:solidFill>
                  <ns1:srgbClr val="F47B61"/>
                </ns1:solidFill>
              </ns1:defRPr>
            </ns1:lvl3pPr>
            <ns1:lvl4pPr algn="l">
              <ns1:defRPr sz="1350" b="1">
                <ns1:solidFill>
                  <ns1:srgbClr val="F47B61"/>
                </ns1:solidFill>
              </ns1:defRPr>
            </ns1:lvl4pPr>
            <ns1:lvl5pPr algn="l">
              <ns1:defRPr sz="1350" b="1">
                <ns1:solidFill>
                  <ns1:srgbClr val="F47B61"/>
                </ns1:solidFill>
              </ns1:defRPr>
            </ns1:lvl5pPr>
            <ns1:lvl6pPr algn="l">
              <ns1:defRPr sz="1350" b="1">
                <ns1:solidFill>
                  <ns1:srgbClr val="F47B61"/>
                </ns1:solidFill>
              </ns1:defRPr>
            </ns1:lvl6pPr>
            <ns1:lvl7pPr algn="l">
              <ns1:defRPr sz="1350" b="1">
                <ns1:solidFill>
                  <ns1:srgbClr val="F47B61"/>
                </ns1:solidFill>
              </ns1:defRPr>
            </ns1:lvl7pPr>
            <ns1:lvl8pPr algn="l">
              <ns1:defRPr sz="1350" b="1">
                <ns1:solidFill>
                  <ns1:srgbClr val="F47B61"/>
                </ns1:solidFill>
              </ns1:defRPr>
            </ns1:lvl8pPr>
            <ns1:lvl9pPr algn="l">
              <ns1:defRPr sz="13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350" b="1">
                <ns1:solidFill>
                  <ns1:srgbClr val="F47B61"/>
                </ns1:solidFill>
              </ns1:defRPr>
            </ns1:pPr>
            <ns1:r>
              <ns1:rPr sz="1350" b="1" lang="en-US">
                <ns1:solidFill>
                  <ns1:srgbClr val="F47B61"/>
                </ns1:solidFill>
              </ns1:rPr>
              <ns1:t>KOPYTOV DIGITAL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A76E9DF0-BD68-4197-8FE9-7C91A6AFAAD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19250"/>
            <ns1:ext cx="4476750" cy="1428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450" b="1">
                <ns1:solidFill>
                  <ns1:srgbClr val="FFFFFF"/>
                </ns1:solidFill>
              </ns1:defRPr>
            </ns1:defPPr>
            <ns1:lvl1pPr algn="l">
              <ns1:defRPr sz="3450" b="1">
                <ns1:solidFill>
                  <ns1:srgbClr val="FFFFFF"/>
                </ns1:solidFill>
              </ns1:defRPr>
            </ns1:lvl1pPr>
            <ns1:lvl2pPr algn="l">
              <ns1:defRPr sz="3450" b="1">
                <ns1:solidFill>
                  <ns1:srgbClr val="FFFFFF"/>
                </ns1:solidFill>
              </ns1:defRPr>
            </ns1:lvl2pPr>
            <ns1:lvl3pPr algn="l">
              <ns1:defRPr sz="3450" b="1">
                <ns1:solidFill>
                  <ns1:srgbClr val="FFFFFF"/>
                </ns1:solidFill>
              </ns1:defRPr>
            </ns1:lvl3pPr>
            <ns1:lvl4pPr algn="l">
              <ns1:defRPr sz="3450" b="1">
                <ns1:solidFill>
                  <ns1:srgbClr val="FFFFFF"/>
                </ns1:solidFill>
              </ns1:defRPr>
            </ns1:lvl4pPr>
            <ns1:lvl5pPr algn="l">
              <ns1:defRPr sz="3450" b="1">
                <ns1:solidFill>
                  <ns1:srgbClr val="FFFFFF"/>
                </ns1:solidFill>
              </ns1:defRPr>
            </ns1:lvl5pPr>
            <ns1:lvl6pPr algn="l">
              <ns1:defRPr sz="3450" b="1">
                <ns1:solidFill>
                  <ns1:srgbClr val="FFFFFF"/>
                </ns1:solidFill>
              </ns1:defRPr>
            </ns1:lvl6pPr>
            <ns1:lvl7pPr algn="l">
              <ns1:defRPr sz="3450" b="1">
                <ns1:solidFill>
                  <ns1:srgbClr val="FFFFFF"/>
                </ns1:solidFill>
              </ns1:defRPr>
            </ns1:lvl7pPr>
            <ns1:lvl8pPr algn="l">
              <ns1:defRPr sz="3450" b="1">
                <ns1:solidFill>
                  <ns1:srgbClr val="FFFFFF"/>
                </ns1:solidFill>
              </ns1:defRPr>
            </ns1:lvl8pPr>
            <ns1:lvl9pPr algn="l">
              <ns1:defRPr sz="34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450" b="1">
                <ns1:solidFill>
                  <ns1:srgbClr val="FFFFFF"/>
                </ns1:solidFill>
              </ns1:defRPr>
            </ns1:pPr>
            <ns1:r>
              <ns1:rPr sz="3450" b="1" lang="en-US">
                <ns1:solidFill>
                  <ns1:srgbClr val="FFFFFF"/>
                </ns1:solidFill>
              </ns1:rPr>
              <ns1:t>Websites and digital tools for business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894FD59C-F10B-4E85-8B15-F5BE70CD231A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333750"/>
            <ns1:ext cx="400050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0">
                <ns1:solidFill>
                  <ns1:srgbClr val="C6D0E1"/>
                </ns1:solidFill>
              </ns1:defRPr>
            </ns1:defPPr>
            <ns1:lvl1pPr algn="l">
              <ns1:defRPr sz="1650" b="0">
                <ns1:solidFill>
                  <ns1:srgbClr val="C6D0E1"/>
                </ns1:solidFill>
              </ns1:defRPr>
            </ns1:lvl1pPr>
            <ns1:lvl2pPr algn="l">
              <ns1:defRPr sz="1650" b="0">
                <ns1:solidFill>
                  <ns1:srgbClr val="C6D0E1"/>
                </ns1:solidFill>
              </ns1:defRPr>
            </ns1:lvl2pPr>
            <ns1:lvl3pPr algn="l">
              <ns1:defRPr sz="1650" b="0">
                <ns1:solidFill>
                  <ns1:srgbClr val="C6D0E1"/>
                </ns1:solidFill>
              </ns1:defRPr>
            </ns1:lvl3pPr>
            <ns1:lvl4pPr algn="l">
              <ns1:defRPr sz="1650" b="0">
                <ns1:solidFill>
                  <ns1:srgbClr val="C6D0E1"/>
                </ns1:solidFill>
              </ns1:defRPr>
            </ns1:lvl4pPr>
            <ns1:lvl5pPr algn="l">
              <ns1:defRPr sz="1650" b="0">
                <ns1:solidFill>
                  <ns1:srgbClr val="C6D0E1"/>
                </ns1:solidFill>
              </ns1:defRPr>
            </ns1:lvl5pPr>
            <ns1:lvl6pPr algn="l">
              <ns1:defRPr sz="1650" b="0">
                <ns1:solidFill>
                  <ns1:srgbClr val="C6D0E1"/>
                </ns1:solidFill>
              </ns1:defRPr>
            </ns1:lvl6pPr>
            <ns1:lvl7pPr algn="l">
              <ns1:defRPr sz="1650" b="0">
                <ns1:solidFill>
                  <ns1:srgbClr val="C6D0E1"/>
                </ns1:solidFill>
              </ns1:defRPr>
            </ns1:lvl7pPr>
            <ns1:lvl8pPr algn="l">
              <ns1:defRPr sz="1650" b="0">
                <ns1:solidFill>
                  <ns1:srgbClr val="C6D0E1"/>
                </ns1:solidFill>
              </ns1:defRPr>
            </ns1:lvl8pPr>
            <ns1:lvl9pPr algn="l">
              <ns1:defRPr sz="1650" b="0">
                <ns1:solidFill>
                  <ns1:srgbClr val="C6D0E1"/>
                </ns1:solidFill>
              </ns1:defRPr>
            </ns1:lvl9pPr>
          </ns1:lstStyle>
          <ns1:p>
            <ns1:pPr algn="l">
              <ns1:defRPr sz="1650" b="0">
                <ns1:solidFill>
                  <ns1:srgbClr val="C6D0E1"/>
                </ns1:solidFill>
              </ns1:defRPr>
            </ns1:pPr>
            <ns1:r>
              <ns1:rPr sz="1650" b="0" lang="en-US">
                <ns1:solidFill>
                  <ns1:srgbClr val="C6D0E1"/>
                </ns1:solidFill>
              </ns1:rPr>
              <ns1:t>Project proposal</ns1:t>
            </ns1:r>
          </ns1:p>
          <ns1:p>
            <ns1:pPr algn="l">
              <ns1:defRPr sz="1650" b="0">
                <ns1:solidFill>
                  <ns1:srgbClr val="C6D0E1"/>
                </ns1:solidFill>
              </ns1:defRPr>
            </ns1:pPr>
            <ns1:r>
              <ns1:rPr sz="1650" b="0" lang="en-US">
                <ns1:solidFill>
                  <ns1:srgbClr val="C6D0E1"/>
                </ns1:solidFill>
              </ns1:rPr>
              <ns1:t>Demonstration project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01B24326-0595-4686-BF05-63214175CCA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9DA9BC"/>
                </ns1:solidFill>
              </ns1:defRPr>
            </ns1:defPPr>
            <ns1:lvl1pPr algn="l">
              <ns1:defRPr sz="900" b="1">
                <ns1:solidFill>
                  <ns1:srgbClr val="9DA9BC"/>
                </ns1:solidFill>
              </ns1:defRPr>
            </ns1:lvl1pPr>
            <ns1:lvl2pPr algn="l">
              <ns1:defRPr sz="900" b="1">
                <ns1:solidFill>
                  <ns1:srgbClr val="9DA9BC"/>
                </ns1:solidFill>
              </ns1:defRPr>
            </ns1:lvl2pPr>
            <ns1:lvl3pPr algn="l">
              <ns1:defRPr sz="900" b="1">
                <ns1:solidFill>
                  <ns1:srgbClr val="9DA9BC"/>
                </ns1:solidFill>
              </ns1:defRPr>
            </ns1:lvl3pPr>
            <ns1:lvl4pPr algn="l">
              <ns1:defRPr sz="900" b="1">
                <ns1:solidFill>
                  <ns1:srgbClr val="9DA9BC"/>
                </ns1:solidFill>
              </ns1:defRPr>
            </ns1:lvl4pPr>
            <ns1:lvl5pPr algn="l">
              <ns1:defRPr sz="900" b="1">
                <ns1:solidFill>
                  <ns1:srgbClr val="9DA9BC"/>
                </ns1:solidFill>
              </ns1:defRPr>
            </ns1:lvl5pPr>
            <ns1:lvl6pPr algn="l">
              <ns1:defRPr sz="900" b="1">
                <ns1:solidFill>
                  <ns1:srgbClr val="9DA9BC"/>
                </ns1:solidFill>
              </ns1:defRPr>
            </ns1:lvl6pPr>
            <ns1:lvl7pPr algn="l">
              <ns1:defRPr sz="900" b="1">
                <ns1:solidFill>
                  <ns1:srgbClr val="9DA9BC"/>
                </ns1:solidFill>
              </ns1:defRPr>
            </ns1:lvl7pPr>
            <ns1:lvl8pPr algn="l">
              <ns1:defRPr sz="900" b="1">
                <ns1:solidFill>
                  <ns1:srgbClr val="9DA9BC"/>
                </ns1:solidFill>
              </ns1:defRPr>
            </ns1:lvl8pPr>
            <ns1:lvl9pPr algn="l">
              <ns1:defRPr sz="900" b="1">
                <ns1:solidFill>
                  <ns1:srgbClr val="9DA9BC"/>
                </ns1:solidFill>
              </ns1:defRPr>
            </ns1:lvl9pPr>
          </ns1:lstStyle>
          <ns1:p>
            <ns1:pPr algn="l">
              <ns1:defRPr sz="900" b="1">
                <ns1:solidFill>
                  <ns1:srgbClr val="9DA9BC"/>
                </ns1:solidFill>
              </ns1:defRPr>
            </ns1:pPr>
            <ns1:r>
              <ns1:rPr sz="900" b="1" lang="en-US">
                <ns1:solidFill>
                  <ns1:srgbClr val="9DA9BC"/>
                </ns1:solidFill>
              </ns1:rPr>
              <ns1:t>KOPYTOV DIGITAL  /  PROPOSAL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00421CC7-99EF-4C74-8F76-956B892E005F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9DA9BC"/>
                </ns1:solidFill>
              </ns1:defRPr>
            </ns1:defPPr>
            <ns1:lvl1pPr algn="r">
              <ns1:defRPr sz="900" b="1">
                <ns1:solidFill>
                  <ns1:srgbClr val="9DA9BC"/>
                </ns1:solidFill>
              </ns1:defRPr>
            </ns1:lvl1pPr>
            <ns1:lvl2pPr algn="r">
              <ns1:defRPr sz="900" b="1">
                <ns1:solidFill>
                  <ns1:srgbClr val="9DA9BC"/>
                </ns1:solidFill>
              </ns1:defRPr>
            </ns1:lvl2pPr>
            <ns1:lvl3pPr algn="r">
              <ns1:defRPr sz="900" b="1">
                <ns1:solidFill>
                  <ns1:srgbClr val="9DA9BC"/>
                </ns1:solidFill>
              </ns1:defRPr>
            </ns1:lvl3pPr>
            <ns1:lvl4pPr algn="r">
              <ns1:defRPr sz="900" b="1">
                <ns1:solidFill>
                  <ns1:srgbClr val="9DA9BC"/>
                </ns1:solidFill>
              </ns1:defRPr>
            </ns1:lvl4pPr>
            <ns1:lvl5pPr algn="r">
              <ns1:defRPr sz="900" b="1">
                <ns1:solidFill>
                  <ns1:srgbClr val="9DA9BC"/>
                </ns1:solidFill>
              </ns1:defRPr>
            </ns1:lvl5pPr>
            <ns1:lvl6pPr algn="r">
              <ns1:defRPr sz="900" b="1">
                <ns1:solidFill>
                  <ns1:srgbClr val="9DA9BC"/>
                </ns1:solidFill>
              </ns1:defRPr>
            </ns1:lvl6pPr>
            <ns1:lvl7pPr algn="r">
              <ns1:defRPr sz="900" b="1">
                <ns1:solidFill>
                  <ns1:srgbClr val="9DA9BC"/>
                </ns1:solidFill>
              </ns1:defRPr>
            </ns1:lvl7pPr>
            <ns1:lvl8pPr algn="r">
              <ns1:defRPr sz="900" b="1">
                <ns1:solidFill>
                  <ns1:srgbClr val="9DA9BC"/>
                </ns1:solidFill>
              </ns1:defRPr>
            </ns1:lvl8pPr>
            <ns1:lvl9pPr algn="r">
              <ns1:defRPr sz="900" b="1">
                <ns1:solidFill>
                  <ns1:srgbClr val="9DA9BC"/>
                </ns1:solidFill>
              </ns1:defRPr>
            </ns1:lvl9pPr>
          </ns1:lstStyle>
          <ns1:p>
            <ns1:pPr algn="r">
              <ns1:defRPr sz="900" b="1">
                <ns1:solidFill>
                  <ns1:srgbClr val="9DA9BC"/>
                </ns1:solidFill>
              </ns1:defRPr>
            </ns1:pPr>
            <ns1:r>
              <ns1:rPr sz="900" b="1" lang="en-US">
                <ns1:solidFill>
                  <ns1:srgbClr val="9DA9BC"/>
                </ns1:solidFill>
              </ns1:rPr>
              <ns1:t>01</ns1:t>
            </ns1:r>
          </ns1:p>
        </ns0:txBody>
      </ns0:sp>
    </ns0:spTree>
    <ns0:extLst>
      <ns0:ext uri="{BB962C8B-B14F-4D97-AF65-F5344CB8AC3E}">
        <ns4:creationId val="1018517922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5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7" name="">
            <ns1:extLst>
              <ns1:ext uri="{FF2B5EF4-FFF2-40B4-BE49-F238E27FC236}">
                <ns2:creationId id="{A9B28002-07F5-4953-A747-D84B8009C3C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3810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en-US">
                <ns1:solidFill>
                  <ns1:srgbClr val="246BFD"/>
                </ns1:solidFill>
              </ns1:rPr>
              <ns1:t>CLIENT NEED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70587570-2FF6-460A-9F25-6261AA6BC63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51C2B"/>
                </ns1:solidFill>
              </ns1:defRPr>
            </ns1:defPPr>
            <ns1:lvl1pPr algn="l">
              <ns1:defRPr sz="3150" b="1">
                <ns1:solidFill>
                  <ns1:srgbClr val="151C2B"/>
                </ns1:solidFill>
              </ns1:defRPr>
            </ns1:lvl1pPr>
            <ns1:lvl2pPr algn="l">
              <ns1:defRPr sz="3150" b="1">
                <ns1:solidFill>
                  <ns1:srgbClr val="151C2B"/>
                </ns1:solidFill>
              </ns1:defRPr>
            </ns1:lvl2pPr>
            <ns1:lvl3pPr algn="l">
              <ns1:defRPr sz="3150" b="1">
                <ns1:solidFill>
                  <ns1:srgbClr val="151C2B"/>
                </ns1:solidFill>
              </ns1:defRPr>
            </ns1:lvl3pPr>
            <ns1:lvl4pPr algn="l">
              <ns1:defRPr sz="3150" b="1">
                <ns1:solidFill>
                  <ns1:srgbClr val="151C2B"/>
                </ns1:solidFill>
              </ns1:defRPr>
            </ns1:lvl4pPr>
            <ns1:lvl5pPr algn="l">
              <ns1:defRPr sz="3150" b="1">
                <ns1:solidFill>
                  <ns1:srgbClr val="151C2B"/>
                </ns1:solidFill>
              </ns1:defRPr>
            </ns1:lvl5pPr>
            <ns1:lvl6pPr algn="l">
              <ns1:defRPr sz="3150" b="1">
                <ns1:solidFill>
                  <ns1:srgbClr val="151C2B"/>
                </ns1:solidFill>
              </ns1:defRPr>
            </ns1:lvl6pPr>
            <ns1:lvl7pPr algn="l">
              <ns1:defRPr sz="3150" b="1">
                <ns1:solidFill>
                  <ns1:srgbClr val="151C2B"/>
                </ns1:solidFill>
              </ns1:defRPr>
            </ns1:lvl7pPr>
            <ns1:lvl8pPr algn="l">
              <ns1:defRPr sz="3150" b="1">
                <ns1:solidFill>
                  <ns1:srgbClr val="151C2B"/>
                </ns1:solidFill>
              </ns1:defRPr>
            </ns1:lvl8pPr>
            <ns1:lvl9pPr algn="l">
              <ns1:defRPr sz="3150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51C2B"/>
                </ns1:solidFill>
              </ns1:defRPr>
            </ns1:pPr>
            <ns1:r>
              <ns1:rPr sz="3150" b="1" lang="en-US">
                <ns1:solidFill>
                  <ns1:srgbClr val="151C2B"/>
                </ns1:solidFill>
              </ns1:rPr>
              <ns1:t>When business needs better digital tools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6713B8BA-9ED7-44A7-AE43-D9C7CD0022F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99060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8748A"/>
                </ns1:solidFill>
              </ns1:defRPr>
            </ns1:defPPr>
            <ns1:lvl1pPr algn="l">
              <ns1:defRPr sz="1500" b="0">
                <ns1:solidFill>
                  <ns1:srgbClr val="68748A"/>
                </ns1:solidFill>
              </ns1:defRPr>
            </ns1:lvl1pPr>
            <ns1:lvl2pPr algn="l">
              <ns1:defRPr sz="1500" b="0">
                <ns1:solidFill>
                  <ns1:srgbClr val="68748A"/>
                </ns1:solidFill>
              </ns1:defRPr>
            </ns1:lvl2pPr>
            <ns1:lvl3pPr algn="l">
              <ns1:defRPr sz="1500" b="0">
                <ns1:solidFill>
                  <ns1:srgbClr val="68748A"/>
                </ns1:solidFill>
              </ns1:defRPr>
            </ns1:lvl3pPr>
            <ns1:lvl4pPr algn="l">
              <ns1:defRPr sz="1500" b="0">
                <ns1:solidFill>
                  <ns1:srgbClr val="68748A"/>
                </ns1:solidFill>
              </ns1:defRPr>
            </ns1:lvl4pPr>
            <ns1:lvl5pPr algn="l">
              <ns1:defRPr sz="1500" b="0">
                <ns1:solidFill>
                  <ns1:srgbClr val="68748A"/>
                </ns1:solidFill>
              </ns1:defRPr>
            </ns1:lvl5pPr>
            <ns1:lvl6pPr algn="l">
              <ns1:defRPr sz="1500" b="0">
                <ns1:solidFill>
                  <ns1:srgbClr val="68748A"/>
                </ns1:solidFill>
              </ns1:defRPr>
            </ns1:lvl6pPr>
            <ns1:lvl7pPr algn="l">
              <ns1:defRPr sz="1500" b="0">
                <ns1:solidFill>
                  <ns1:srgbClr val="68748A"/>
                </ns1:solidFill>
              </ns1:defRPr>
            </ns1:lvl7pPr>
            <ns1:lvl8pPr algn="l">
              <ns1:defRPr sz="1500" b="0">
                <ns1:solidFill>
                  <ns1:srgbClr val="68748A"/>
                </ns1:solidFill>
              </ns1:defRPr>
            </ns1:lvl8pPr>
            <ns1:lvl9pPr algn="l">
              <ns1:defRPr sz="150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500" b="0">
                <ns1:solidFill>
                  <ns1:srgbClr val="68748A"/>
                </ns1:solidFill>
              </ns1:defRPr>
            </ns1:pPr>
            <ns1:r>
              <ns1:rPr sz="1500" b="0" lang="en-US">
                <ns1:solidFill>
                  <ns1:srgbClr val="68748A"/>
                </ns1:solidFill>
              </ns1:rPr>
              <ns1:t>Requests, information and tasks need a clear flow.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374D8D0A-B4A8-4CA6-A959-F1ECDE087378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857500"/>
            <ns1:ext cx="5238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75" b="1">
                <ns1:solidFill>
                  <ns1:srgbClr val="246BFD"/>
                </ns1:solidFill>
              </ns1:defRPr>
            </ns1:defPPr>
            <ns1:lvl1pPr algn="l">
              <ns1:defRPr sz="1575" b="1">
                <ns1:solidFill>
                  <ns1:srgbClr val="246BFD"/>
                </ns1:solidFill>
              </ns1:defRPr>
            </ns1:lvl1pPr>
            <ns1:lvl2pPr algn="l">
              <ns1:defRPr sz="1575" b="1">
                <ns1:solidFill>
                  <ns1:srgbClr val="246BFD"/>
                </ns1:solidFill>
              </ns1:defRPr>
            </ns1:lvl2pPr>
            <ns1:lvl3pPr algn="l">
              <ns1:defRPr sz="1575" b="1">
                <ns1:solidFill>
                  <ns1:srgbClr val="246BFD"/>
                </ns1:solidFill>
              </ns1:defRPr>
            </ns1:lvl3pPr>
            <ns1:lvl4pPr algn="l">
              <ns1:defRPr sz="1575" b="1">
                <ns1:solidFill>
                  <ns1:srgbClr val="246BFD"/>
                </ns1:solidFill>
              </ns1:defRPr>
            </ns1:lvl4pPr>
            <ns1:lvl5pPr algn="l">
              <ns1:defRPr sz="1575" b="1">
                <ns1:solidFill>
                  <ns1:srgbClr val="246BFD"/>
                </ns1:solidFill>
              </ns1:defRPr>
            </ns1:lvl5pPr>
            <ns1:lvl6pPr algn="l">
              <ns1:defRPr sz="1575" b="1">
                <ns1:solidFill>
                  <ns1:srgbClr val="246BFD"/>
                </ns1:solidFill>
              </ns1:defRPr>
            </ns1:lvl6pPr>
            <ns1:lvl7pPr algn="l">
              <ns1:defRPr sz="1575" b="1">
                <ns1:solidFill>
                  <ns1:srgbClr val="246BFD"/>
                </ns1:solidFill>
              </ns1:defRPr>
            </ns1:lvl7pPr>
            <ns1:lvl8pPr algn="l">
              <ns1:defRPr sz="1575" b="1">
                <ns1:solidFill>
                  <ns1:srgbClr val="246BFD"/>
                </ns1:solidFill>
              </ns1:defRPr>
            </ns1:lvl8pPr>
            <ns1:lvl9pPr algn="l">
              <ns1:defRPr sz="15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575" b="1">
                <ns1:solidFill>
                  <ns1:srgbClr val="246BFD"/>
                </ns1:solidFill>
              </ns1:defRPr>
            </ns1:pPr>
            <ns1:r>
              <ns1:rPr sz="1575" b="1" lang="en-US">
                <ns1:solidFill>
                  <ns1:srgbClr val="246BFD"/>
                </ns1:solidFill>
              </ns1:rPr>
              <ns1:t>01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26FB551B-8C8B-4EF4-9510-1478152B0761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2819400"/>
            <ns1:ext cx="4095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en-US">
                <ns1:solidFill>
                  <ns1:srgbClr val="151C2B"/>
                </ns1:solidFill>
              </ns1:rPr>
              <ns1:t>Customers cannot find answers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0308FDC1-33F4-44CC-9F28-31B65220CAAE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3181350"/>
            <ns1:ext cx="57150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8748A"/>
                </ns1:solidFill>
              </ns1:defRPr>
            </ns1:defPPr>
            <ns1:lvl1pPr algn="l">
              <ns1:defRPr sz="1275" b="0">
                <ns1:solidFill>
                  <ns1:srgbClr val="68748A"/>
                </ns1:solidFill>
              </ns1:defRPr>
            </ns1:lvl1pPr>
            <ns1:lvl2pPr algn="l">
              <ns1:defRPr sz="1275" b="0">
                <ns1:solidFill>
                  <ns1:srgbClr val="68748A"/>
                </ns1:solidFill>
              </ns1:defRPr>
            </ns1:lvl2pPr>
            <ns1:lvl3pPr algn="l">
              <ns1:defRPr sz="1275" b="0">
                <ns1:solidFill>
                  <ns1:srgbClr val="68748A"/>
                </ns1:solidFill>
              </ns1:defRPr>
            </ns1:lvl3pPr>
            <ns1:lvl4pPr algn="l">
              <ns1:defRPr sz="1275" b="0">
                <ns1:solidFill>
                  <ns1:srgbClr val="68748A"/>
                </ns1:solidFill>
              </ns1:defRPr>
            </ns1:lvl4pPr>
            <ns1:lvl5pPr algn="l">
              <ns1:defRPr sz="1275" b="0">
                <ns1:solidFill>
                  <ns1:srgbClr val="68748A"/>
                </ns1:solidFill>
              </ns1:defRPr>
            </ns1:lvl5pPr>
            <ns1:lvl6pPr algn="l">
              <ns1:defRPr sz="1275" b="0">
                <ns1:solidFill>
                  <ns1:srgbClr val="68748A"/>
                </ns1:solidFill>
              </ns1:defRPr>
            </ns1:lvl6pPr>
            <ns1:lvl7pPr algn="l">
              <ns1:defRPr sz="1275" b="0">
                <ns1:solidFill>
                  <ns1:srgbClr val="68748A"/>
                </ns1:solidFill>
              </ns1:defRPr>
            </ns1:lvl7pPr>
            <ns1:lvl8pPr algn="l">
              <ns1:defRPr sz="1275" b="0">
                <ns1:solidFill>
                  <ns1:srgbClr val="68748A"/>
                </ns1:solidFill>
              </ns1:defRPr>
            </ns1:lvl8pPr>
            <ns1:lvl9pPr algn="l">
              <ns1:defRPr sz="1275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275" b="0">
                <ns1:solidFill>
                  <ns1:srgbClr val="68748A"/>
                </ns1:solidFill>
              </ns1:defRPr>
            </ns1:pPr>
            <ns1:r>
              <ns1:rPr sz="1275" b="0" lang="en-US">
                <ns1:solidFill>
                  <ns1:srgbClr val="68748A"/>
                </ns1:solidFill>
              </ns1:rPr>
              <ns1:t>Information is spread across channels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C20345B7-7780-4713-9183-B22D45A60515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857625"/>
            <ns1:ext cx="5238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75" b="1">
                <ns1:solidFill>
                  <ns1:srgbClr val="246BFD"/>
                </ns1:solidFill>
              </ns1:defRPr>
            </ns1:defPPr>
            <ns1:lvl1pPr algn="l">
              <ns1:defRPr sz="1575" b="1">
                <ns1:solidFill>
                  <ns1:srgbClr val="246BFD"/>
                </ns1:solidFill>
              </ns1:defRPr>
            </ns1:lvl1pPr>
            <ns1:lvl2pPr algn="l">
              <ns1:defRPr sz="1575" b="1">
                <ns1:solidFill>
                  <ns1:srgbClr val="246BFD"/>
                </ns1:solidFill>
              </ns1:defRPr>
            </ns1:lvl2pPr>
            <ns1:lvl3pPr algn="l">
              <ns1:defRPr sz="1575" b="1">
                <ns1:solidFill>
                  <ns1:srgbClr val="246BFD"/>
                </ns1:solidFill>
              </ns1:defRPr>
            </ns1:lvl3pPr>
            <ns1:lvl4pPr algn="l">
              <ns1:defRPr sz="1575" b="1">
                <ns1:solidFill>
                  <ns1:srgbClr val="246BFD"/>
                </ns1:solidFill>
              </ns1:defRPr>
            </ns1:lvl4pPr>
            <ns1:lvl5pPr algn="l">
              <ns1:defRPr sz="1575" b="1">
                <ns1:solidFill>
                  <ns1:srgbClr val="246BFD"/>
                </ns1:solidFill>
              </ns1:defRPr>
            </ns1:lvl5pPr>
            <ns1:lvl6pPr algn="l">
              <ns1:defRPr sz="1575" b="1">
                <ns1:solidFill>
                  <ns1:srgbClr val="246BFD"/>
                </ns1:solidFill>
              </ns1:defRPr>
            </ns1:lvl6pPr>
            <ns1:lvl7pPr algn="l">
              <ns1:defRPr sz="1575" b="1">
                <ns1:solidFill>
                  <ns1:srgbClr val="246BFD"/>
                </ns1:solidFill>
              </ns1:defRPr>
            </ns1:lvl7pPr>
            <ns1:lvl8pPr algn="l">
              <ns1:defRPr sz="1575" b="1">
                <ns1:solidFill>
                  <ns1:srgbClr val="246BFD"/>
                </ns1:solidFill>
              </ns1:defRPr>
            </ns1:lvl8pPr>
            <ns1:lvl9pPr algn="l">
              <ns1:defRPr sz="15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575" b="1">
                <ns1:solidFill>
                  <ns1:srgbClr val="246BFD"/>
                </ns1:solidFill>
              </ns1:defRPr>
            </ns1:pPr>
            <ns1:r>
              <ns1:rPr sz="1575" b="1" lang="en-US">
                <ns1:solidFill>
                  <ns1:srgbClr val="246BFD"/>
                </ns1:solidFill>
              </ns1:rPr>
              <ns1:t>02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44AB1ED-EDC4-4234-A9AB-1AA86E3C6081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3819525"/>
            <ns1:ext cx="4095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en-US">
                <ns1:solidFill>
                  <ns1:srgbClr val="151C2B"/>
                </ns1:solidFill>
              </ns1:rPr>
              <ns1:t>Requests handled manually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D7945812-85C0-46F8-9740-A18B7D05761C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4181475"/>
            <ns1:ext cx="57150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8748A"/>
                </ns1:solidFill>
              </ns1:defRPr>
            </ns1:defPPr>
            <ns1:lvl1pPr algn="l">
              <ns1:defRPr sz="1275" b="0">
                <ns1:solidFill>
                  <ns1:srgbClr val="68748A"/>
                </ns1:solidFill>
              </ns1:defRPr>
            </ns1:lvl1pPr>
            <ns1:lvl2pPr algn="l">
              <ns1:defRPr sz="1275" b="0">
                <ns1:solidFill>
                  <ns1:srgbClr val="68748A"/>
                </ns1:solidFill>
              </ns1:defRPr>
            </ns1:lvl2pPr>
            <ns1:lvl3pPr algn="l">
              <ns1:defRPr sz="1275" b="0">
                <ns1:solidFill>
                  <ns1:srgbClr val="68748A"/>
                </ns1:solidFill>
              </ns1:defRPr>
            </ns1:lvl3pPr>
            <ns1:lvl4pPr algn="l">
              <ns1:defRPr sz="1275" b="0">
                <ns1:solidFill>
                  <ns1:srgbClr val="68748A"/>
                </ns1:solidFill>
              </ns1:defRPr>
            </ns1:lvl4pPr>
            <ns1:lvl5pPr algn="l">
              <ns1:defRPr sz="1275" b="0">
                <ns1:solidFill>
                  <ns1:srgbClr val="68748A"/>
                </ns1:solidFill>
              </ns1:defRPr>
            </ns1:lvl5pPr>
            <ns1:lvl6pPr algn="l">
              <ns1:defRPr sz="1275" b="0">
                <ns1:solidFill>
                  <ns1:srgbClr val="68748A"/>
                </ns1:solidFill>
              </ns1:defRPr>
            </ns1:lvl6pPr>
            <ns1:lvl7pPr algn="l">
              <ns1:defRPr sz="1275" b="0">
                <ns1:solidFill>
                  <ns1:srgbClr val="68748A"/>
                </ns1:solidFill>
              </ns1:defRPr>
            </ns1:lvl7pPr>
            <ns1:lvl8pPr algn="l">
              <ns1:defRPr sz="1275" b="0">
                <ns1:solidFill>
                  <ns1:srgbClr val="68748A"/>
                </ns1:solidFill>
              </ns1:defRPr>
            </ns1:lvl8pPr>
            <ns1:lvl9pPr algn="l">
              <ns1:defRPr sz="1275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275" b="0">
                <ns1:solidFill>
                  <ns1:srgbClr val="68748A"/>
                </ns1:solidFill>
              </ns1:defRPr>
            </ns1:pPr>
            <ns1:r>
              <ns1:rPr sz="1275" b="0" lang="en-US">
                <ns1:solidFill>
                  <ns1:srgbClr val="68748A"/>
                </ns1:solidFill>
              </ns1:rPr>
              <ns1:t>Staff repeat the same steps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C44B3CA9-2E97-4D4F-9DA0-8BCAE1D58167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4857750"/>
            <ns1:ext cx="523875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75" b="1">
                <ns1:solidFill>
                  <ns1:srgbClr val="246BFD"/>
                </ns1:solidFill>
              </ns1:defRPr>
            </ns1:defPPr>
            <ns1:lvl1pPr algn="l">
              <ns1:defRPr sz="1575" b="1">
                <ns1:solidFill>
                  <ns1:srgbClr val="246BFD"/>
                </ns1:solidFill>
              </ns1:defRPr>
            </ns1:lvl1pPr>
            <ns1:lvl2pPr algn="l">
              <ns1:defRPr sz="1575" b="1">
                <ns1:solidFill>
                  <ns1:srgbClr val="246BFD"/>
                </ns1:solidFill>
              </ns1:defRPr>
            </ns1:lvl2pPr>
            <ns1:lvl3pPr algn="l">
              <ns1:defRPr sz="1575" b="1">
                <ns1:solidFill>
                  <ns1:srgbClr val="246BFD"/>
                </ns1:solidFill>
              </ns1:defRPr>
            </ns1:lvl3pPr>
            <ns1:lvl4pPr algn="l">
              <ns1:defRPr sz="1575" b="1">
                <ns1:solidFill>
                  <ns1:srgbClr val="246BFD"/>
                </ns1:solidFill>
              </ns1:defRPr>
            </ns1:lvl4pPr>
            <ns1:lvl5pPr algn="l">
              <ns1:defRPr sz="1575" b="1">
                <ns1:solidFill>
                  <ns1:srgbClr val="246BFD"/>
                </ns1:solidFill>
              </ns1:defRPr>
            </ns1:lvl5pPr>
            <ns1:lvl6pPr algn="l">
              <ns1:defRPr sz="1575" b="1">
                <ns1:solidFill>
                  <ns1:srgbClr val="246BFD"/>
                </ns1:solidFill>
              </ns1:defRPr>
            </ns1:lvl6pPr>
            <ns1:lvl7pPr algn="l">
              <ns1:defRPr sz="1575" b="1">
                <ns1:solidFill>
                  <ns1:srgbClr val="246BFD"/>
                </ns1:solidFill>
              </ns1:defRPr>
            </ns1:lvl7pPr>
            <ns1:lvl8pPr algn="l">
              <ns1:defRPr sz="1575" b="1">
                <ns1:solidFill>
                  <ns1:srgbClr val="246BFD"/>
                </ns1:solidFill>
              </ns1:defRPr>
            </ns1:lvl8pPr>
            <ns1:lvl9pPr algn="l">
              <ns1:defRPr sz="157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575" b="1">
                <ns1:solidFill>
                  <ns1:srgbClr val="246BFD"/>
                </ns1:solidFill>
              </ns1:defRPr>
            </ns1:pPr>
            <ns1:r>
              <ns1:rPr sz="1575" b="1" lang="en-US">
                <ns1:solidFill>
                  <ns1:srgbClr val="246BFD"/>
                </ns1:solidFill>
              </ns1:rPr>
              <ns1:t>03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0FC76DE5-D33A-478B-ACC9-E519BFBA9B44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4819650"/>
            <ns1:ext cx="40957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en-US">
                <ns1:solidFill>
                  <ns1:srgbClr val="151C2B"/>
                </ns1:solidFill>
              </ns1:rPr>
              <ns1:t>Request status is unclear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97116B27-92F5-477C-A66A-4987E6EEF152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5181600"/>
            <ns1:ext cx="57150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68748A"/>
                </ns1:solidFill>
              </ns1:defRPr>
            </ns1:defPPr>
            <ns1:lvl1pPr algn="l">
              <ns1:defRPr sz="1275" b="0">
                <ns1:solidFill>
                  <ns1:srgbClr val="68748A"/>
                </ns1:solidFill>
              </ns1:defRPr>
            </ns1:lvl1pPr>
            <ns1:lvl2pPr algn="l">
              <ns1:defRPr sz="1275" b="0">
                <ns1:solidFill>
                  <ns1:srgbClr val="68748A"/>
                </ns1:solidFill>
              </ns1:defRPr>
            </ns1:lvl2pPr>
            <ns1:lvl3pPr algn="l">
              <ns1:defRPr sz="1275" b="0">
                <ns1:solidFill>
                  <ns1:srgbClr val="68748A"/>
                </ns1:solidFill>
              </ns1:defRPr>
            </ns1:lvl3pPr>
            <ns1:lvl4pPr algn="l">
              <ns1:defRPr sz="1275" b="0">
                <ns1:solidFill>
                  <ns1:srgbClr val="68748A"/>
                </ns1:solidFill>
              </ns1:defRPr>
            </ns1:lvl4pPr>
            <ns1:lvl5pPr algn="l">
              <ns1:defRPr sz="1275" b="0">
                <ns1:solidFill>
                  <ns1:srgbClr val="68748A"/>
                </ns1:solidFill>
              </ns1:defRPr>
            </ns1:lvl5pPr>
            <ns1:lvl6pPr algn="l">
              <ns1:defRPr sz="1275" b="0">
                <ns1:solidFill>
                  <ns1:srgbClr val="68748A"/>
                </ns1:solidFill>
              </ns1:defRPr>
            </ns1:lvl6pPr>
            <ns1:lvl7pPr algn="l">
              <ns1:defRPr sz="1275" b="0">
                <ns1:solidFill>
                  <ns1:srgbClr val="68748A"/>
                </ns1:solidFill>
              </ns1:defRPr>
            </ns1:lvl7pPr>
            <ns1:lvl8pPr algn="l">
              <ns1:defRPr sz="1275" b="0">
                <ns1:solidFill>
                  <ns1:srgbClr val="68748A"/>
                </ns1:solidFill>
              </ns1:defRPr>
            </ns1:lvl8pPr>
            <ns1:lvl9pPr algn="l">
              <ns1:defRPr sz="1275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275" b="0">
                <ns1:solidFill>
                  <ns1:srgbClr val="68748A"/>
                </ns1:solidFill>
              </ns1:defRPr>
            </ns1:pPr>
            <ns1:r>
              <ns1:rPr sz="1275" b="0" lang="en-US">
                <ns1:solidFill>
                  <ns1:srgbClr val="68748A"/>
                </ns1:solidFill>
              </ns1:rPr>
              <ns1:t>The team spends time checking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273B7066-B069-4F42-AAB4-1D6A37440C27}"/>
              </ns1:ext>
            </ns1:extLst>
          </ns0:cNvPr>
          <ns0:cNvSpPr>
            <ns1:spLocks noGrp="1"/>
          </ns0:cNvSpPr>
          <ns0:nvPr/>
        </ns0:nvSpPr>
        <ns0:spPr>
          <ns1:xfrm>
            <ns1:off x="7810500" y="2714625"/>
            <ns1:ext cx="3429000" cy="3048000"/>
          </ns1:xfrm>
          <ns1:prstGeom prst="roundRect">
            <ns1:avLst>
              <ns1:gd name="adj" fmla="val 3750"/>
            </ns1:avLst>
          </ns1:prstGeom>
          <ns1:solidFill>
            <ns1:srgbClr val="101827"/>
          </ns1:solidFill>
          <ns1:ln w="0">
            <ns1:noFill/>
            <ns1:prstDash val="solid"/>
          </ns1:ln>
        </ns0:spPr>
      </ns0:sp>
      <ns0:sp>
        <ns0:nvSpPr>
          <ns0:cNvPr id="14" name="">
            <ns1:extLst>
              <ns1:ext uri="{FF2B5EF4-FFF2-40B4-BE49-F238E27FC236}">
                <ns2:creationId id="{C4370292-F40F-4861-B2C3-C243B87D1ED1}"/>
              </ns1:ext>
            </ns1:extLst>
          </ns0:cNvPr>
          <ns0:cNvSpPr>
            <ns1:spLocks noGrp="1"/>
          </ns0:cNvSpPr>
          <ns0:nvPr/>
        </ns0:nvSpPr>
        <ns0:spPr>
          <ns1:xfrm>
            <ns1:off x="8239125" y="3143250"/>
            <ns1:ext cx="2619375" cy="1905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FFFFF"/>
                </ns1:solidFill>
              </ns1:defRPr>
            </ns1:defPPr>
            <ns1:lvl1pPr algn="l">
              <ns1:defRPr sz="2025" b="1">
                <ns1:solidFill>
                  <ns1:srgbClr val="FFFFFF"/>
                </ns1:solidFill>
              </ns1:defRPr>
            </ns1:lvl1pPr>
            <ns1:lvl2pPr algn="l">
              <ns1:defRPr sz="2025" b="1">
                <ns1:solidFill>
                  <ns1:srgbClr val="FFFFFF"/>
                </ns1:solidFill>
              </ns1:defRPr>
            </ns1:lvl2pPr>
            <ns1:lvl3pPr algn="l">
              <ns1:defRPr sz="2025" b="1">
                <ns1:solidFill>
                  <ns1:srgbClr val="FFFFFF"/>
                </ns1:solidFill>
              </ns1:defRPr>
            </ns1:lvl3pPr>
            <ns1:lvl4pPr algn="l">
              <ns1:defRPr sz="2025" b="1">
                <ns1:solidFill>
                  <ns1:srgbClr val="FFFFFF"/>
                </ns1:solidFill>
              </ns1:defRPr>
            </ns1:lvl4pPr>
            <ns1:lvl5pPr algn="l">
              <ns1:defRPr sz="2025" b="1">
                <ns1:solidFill>
                  <ns1:srgbClr val="FFFFFF"/>
                </ns1:solidFill>
              </ns1:defRPr>
            </ns1:lvl5pPr>
            <ns1:lvl6pPr algn="l">
              <ns1:defRPr sz="2025" b="1">
                <ns1:solidFill>
                  <ns1:srgbClr val="FFFFFF"/>
                </ns1:solidFill>
              </ns1:defRPr>
            </ns1:lvl6pPr>
            <ns1:lvl7pPr algn="l">
              <ns1:defRPr sz="2025" b="1">
                <ns1:solidFill>
                  <ns1:srgbClr val="FFFFFF"/>
                </ns1:solidFill>
              </ns1:defRPr>
            </ns1:lvl7pPr>
            <ns1:lvl8pPr algn="l">
              <ns1:defRPr sz="2025" b="1">
                <ns1:solidFill>
                  <ns1:srgbClr val="FFFFFF"/>
                </ns1:solidFill>
              </ns1:defRPr>
            </ns1:lvl8pPr>
            <ns1:lvl9pPr algn="l">
              <ns1:defRPr sz="2025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en-US">
                <ns1:solidFill>
                  <ns1:srgbClr val="FFFFFF"/>
                </ns1:solidFill>
              </ns1:rPr>
              <ns1:t>Project goal</ns1:t>
            </ns1:r>
          </ns1:p>
          <ns1:p>
            <ns1:r>
              <ns1:t/>
            </ns1:r>
          </ns1:p>
          <ns1:p>
            <ns1:pPr algn="l">
              <ns1:defRPr sz="2025" b="1">
                <ns1:solidFill>
                  <ns1:srgbClr val="FFFFFF"/>
                </ns1:solidFill>
              </ns1:defRPr>
            </ns1:pPr>
            <ns1:r>
              <ns1:rPr sz="2025" b="1" lang="en-US">
                <ns1:solidFill>
                  <ns1:srgbClr val="FFFFFF"/>
                </ns1:solidFill>
              </ns1:rPr>
              <ns1:t>Simplify customer interactions and daily team work.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80029F29-DB9D-474E-B2C4-8868605C3C2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8748A"/>
                </ns1:solidFill>
              </ns1:defRPr>
            </ns1:defPPr>
            <ns1:lvl1pPr algn="l">
              <ns1:defRPr sz="900" b="1">
                <ns1:solidFill>
                  <ns1:srgbClr val="68748A"/>
                </ns1:solidFill>
              </ns1:defRPr>
            </ns1:lvl1pPr>
            <ns1:lvl2pPr algn="l">
              <ns1:defRPr sz="900" b="1">
                <ns1:solidFill>
                  <ns1:srgbClr val="68748A"/>
                </ns1:solidFill>
              </ns1:defRPr>
            </ns1:lvl2pPr>
            <ns1:lvl3pPr algn="l">
              <ns1:defRPr sz="900" b="1">
                <ns1:solidFill>
                  <ns1:srgbClr val="68748A"/>
                </ns1:solidFill>
              </ns1:defRPr>
            </ns1:lvl3pPr>
            <ns1:lvl4pPr algn="l">
              <ns1:defRPr sz="900" b="1">
                <ns1:solidFill>
                  <ns1:srgbClr val="68748A"/>
                </ns1:solidFill>
              </ns1:defRPr>
            </ns1:lvl4pPr>
            <ns1:lvl5pPr algn="l">
              <ns1:defRPr sz="900" b="1">
                <ns1:solidFill>
                  <ns1:srgbClr val="68748A"/>
                </ns1:solidFill>
              </ns1:defRPr>
            </ns1:lvl5pPr>
            <ns1:lvl6pPr algn="l">
              <ns1:defRPr sz="900" b="1">
                <ns1:solidFill>
                  <ns1:srgbClr val="68748A"/>
                </ns1:solidFill>
              </ns1:defRPr>
            </ns1:lvl6pPr>
            <ns1:lvl7pPr algn="l">
              <ns1:defRPr sz="900" b="1">
                <ns1:solidFill>
                  <ns1:srgbClr val="68748A"/>
                </ns1:solidFill>
              </ns1:defRPr>
            </ns1:lvl7pPr>
            <ns1:lvl8pPr algn="l">
              <ns1:defRPr sz="900" b="1">
                <ns1:solidFill>
                  <ns1:srgbClr val="68748A"/>
                </ns1:solidFill>
              </ns1:defRPr>
            </ns1:lvl8pPr>
            <ns1:lvl9pPr algn="l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l">
              <ns1:defRPr sz="900" b="1">
                <ns1:solidFill>
                  <ns1:srgbClr val="68748A"/>
                </ns1:solidFill>
              </ns1:defRPr>
            </ns1:pPr>
            <ns1:r>
              <ns1:rPr sz="900" b="1" lang="en-US">
                <ns1:solidFill>
                  <ns1:srgbClr val="68748A"/>
                </ns1:solidFill>
              </ns1:rPr>
              <ns1:t>KOPYTOV DIGITAL  /  PROPOSAL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1E018460-F4B8-4DB8-A548-24951E65F5C6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8748A"/>
                </ns1:solidFill>
              </ns1:defRPr>
            </ns1:defPPr>
            <ns1:lvl1pPr algn="r">
              <ns1:defRPr sz="900" b="1">
                <ns1:solidFill>
                  <ns1:srgbClr val="68748A"/>
                </ns1:solidFill>
              </ns1:defRPr>
            </ns1:lvl1pPr>
            <ns1:lvl2pPr algn="r">
              <ns1:defRPr sz="900" b="1">
                <ns1:solidFill>
                  <ns1:srgbClr val="68748A"/>
                </ns1:solidFill>
              </ns1:defRPr>
            </ns1:lvl2pPr>
            <ns1:lvl3pPr algn="r">
              <ns1:defRPr sz="900" b="1">
                <ns1:solidFill>
                  <ns1:srgbClr val="68748A"/>
                </ns1:solidFill>
              </ns1:defRPr>
            </ns1:lvl3pPr>
            <ns1:lvl4pPr algn="r">
              <ns1:defRPr sz="900" b="1">
                <ns1:solidFill>
                  <ns1:srgbClr val="68748A"/>
                </ns1:solidFill>
              </ns1:defRPr>
            </ns1:lvl4pPr>
            <ns1:lvl5pPr algn="r">
              <ns1:defRPr sz="900" b="1">
                <ns1:solidFill>
                  <ns1:srgbClr val="68748A"/>
                </ns1:solidFill>
              </ns1:defRPr>
            </ns1:lvl5pPr>
            <ns1:lvl6pPr algn="r">
              <ns1:defRPr sz="900" b="1">
                <ns1:solidFill>
                  <ns1:srgbClr val="68748A"/>
                </ns1:solidFill>
              </ns1:defRPr>
            </ns1:lvl6pPr>
            <ns1:lvl7pPr algn="r">
              <ns1:defRPr sz="900" b="1">
                <ns1:solidFill>
                  <ns1:srgbClr val="68748A"/>
                </ns1:solidFill>
              </ns1:defRPr>
            </ns1:lvl7pPr>
            <ns1:lvl8pPr algn="r">
              <ns1:defRPr sz="900" b="1">
                <ns1:solidFill>
                  <ns1:srgbClr val="68748A"/>
                </ns1:solidFill>
              </ns1:defRPr>
            </ns1:lvl8pPr>
            <ns1:lvl9pPr algn="r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r">
              <ns1:defRPr sz="900" b="1">
                <ns1:solidFill>
                  <ns1:srgbClr val="68748A"/>
                </ns1:solidFill>
              </ns1:defRPr>
            </ns1:pPr>
            <ns1:r>
              <ns1:rPr sz="900" b="1" lang="en-US">
                <ns1:solidFill>
                  <ns1:srgbClr val="68748A"/>
                </ns1:solidFill>
              </ns1:rPr>
              <ns1:t>02</ns1:t>
            </ns1:r>
          </ns1:p>
        </ns0:txBody>
      </ns0:sp>
    </ns0:spTree>
    <ns0:extLst>
      <ns0:ext uri="{BB962C8B-B14F-4D97-AF65-F5344CB8AC3E}">
        <ns3:creationId val="1384671470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">
            <ns1:extLst>
              <ns1:ext uri="{FF2B5EF4-FFF2-40B4-BE49-F238E27FC236}">
                <ns2:creationId id="{92DF7357-1E7E-4AEA-965C-45457E19656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3810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en-US">
                <ns1:solidFill>
                  <ns1:srgbClr val="246BFD"/>
                </ns1:solidFill>
              </ns1:rPr>
              <ns1:t>SOLUTION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08F7ECCB-A5B2-4531-913C-6B3567D1555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51C2B"/>
                </ns1:solidFill>
              </ns1:defRPr>
            </ns1:defPPr>
            <ns1:lvl1pPr algn="l">
              <ns1:defRPr sz="3150" b="1">
                <ns1:solidFill>
                  <ns1:srgbClr val="151C2B"/>
                </ns1:solidFill>
              </ns1:defRPr>
            </ns1:lvl1pPr>
            <ns1:lvl2pPr algn="l">
              <ns1:defRPr sz="3150" b="1">
                <ns1:solidFill>
                  <ns1:srgbClr val="151C2B"/>
                </ns1:solidFill>
              </ns1:defRPr>
            </ns1:lvl2pPr>
            <ns1:lvl3pPr algn="l">
              <ns1:defRPr sz="3150" b="1">
                <ns1:solidFill>
                  <ns1:srgbClr val="151C2B"/>
                </ns1:solidFill>
              </ns1:defRPr>
            </ns1:lvl3pPr>
            <ns1:lvl4pPr algn="l">
              <ns1:defRPr sz="3150" b="1">
                <ns1:solidFill>
                  <ns1:srgbClr val="151C2B"/>
                </ns1:solidFill>
              </ns1:defRPr>
            </ns1:lvl4pPr>
            <ns1:lvl5pPr algn="l">
              <ns1:defRPr sz="3150" b="1">
                <ns1:solidFill>
                  <ns1:srgbClr val="151C2B"/>
                </ns1:solidFill>
              </ns1:defRPr>
            </ns1:lvl5pPr>
            <ns1:lvl6pPr algn="l">
              <ns1:defRPr sz="3150" b="1">
                <ns1:solidFill>
                  <ns1:srgbClr val="151C2B"/>
                </ns1:solidFill>
              </ns1:defRPr>
            </ns1:lvl6pPr>
            <ns1:lvl7pPr algn="l">
              <ns1:defRPr sz="3150" b="1">
                <ns1:solidFill>
                  <ns1:srgbClr val="151C2B"/>
                </ns1:solidFill>
              </ns1:defRPr>
            </ns1:lvl7pPr>
            <ns1:lvl8pPr algn="l">
              <ns1:defRPr sz="3150" b="1">
                <ns1:solidFill>
                  <ns1:srgbClr val="151C2B"/>
                </ns1:solidFill>
              </ns1:defRPr>
            </ns1:lvl8pPr>
            <ns1:lvl9pPr algn="l">
              <ns1:defRPr sz="3150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51C2B"/>
                </ns1:solidFill>
              </ns1:defRPr>
            </ns1:pPr>
            <ns1:r>
              <ns1:rPr sz="3150" b="1" lang="en-US">
                <ns1:solidFill>
                  <ns1:srgbClr val="151C2B"/>
                </ns1:solidFill>
              </ns1:rPr>
              <ns1:t>Built around business needs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C2911803-7194-4F01-843F-BA1618E8127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99060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8748A"/>
                </ns1:solidFill>
              </ns1:defRPr>
            </ns1:defPPr>
            <ns1:lvl1pPr algn="l">
              <ns1:defRPr sz="1500" b="0">
                <ns1:solidFill>
                  <ns1:srgbClr val="68748A"/>
                </ns1:solidFill>
              </ns1:defRPr>
            </ns1:lvl1pPr>
            <ns1:lvl2pPr algn="l">
              <ns1:defRPr sz="1500" b="0">
                <ns1:solidFill>
                  <ns1:srgbClr val="68748A"/>
                </ns1:solidFill>
              </ns1:defRPr>
            </ns1:lvl2pPr>
            <ns1:lvl3pPr algn="l">
              <ns1:defRPr sz="1500" b="0">
                <ns1:solidFill>
                  <ns1:srgbClr val="68748A"/>
                </ns1:solidFill>
              </ns1:defRPr>
            </ns1:lvl3pPr>
            <ns1:lvl4pPr algn="l">
              <ns1:defRPr sz="1500" b="0">
                <ns1:solidFill>
                  <ns1:srgbClr val="68748A"/>
                </ns1:solidFill>
              </ns1:defRPr>
            </ns1:lvl4pPr>
            <ns1:lvl5pPr algn="l">
              <ns1:defRPr sz="1500" b="0">
                <ns1:solidFill>
                  <ns1:srgbClr val="68748A"/>
                </ns1:solidFill>
              </ns1:defRPr>
            </ns1:lvl5pPr>
            <ns1:lvl6pPr algn="l">
              <ns1:defRPr sz="1500" b="0">
                <ns1:solidFill>
                  <ns1:srgbClr val="68748A"/>
                </ns1:solidFill>
              </ns1:defRPr>
            </ns1:lvl6pPr>
            <ns1:lvl7pPr algn="l">
              <ns1:defRPr sz="1500" b="0">
                <ns1:solidFill>
                  <ns1:srgbClr val="68748A"/>
                </ns1:solidFill>
              </ns1:defRPr>
            </ns1:lvl7pPr>
            <ns1:lvl8pPr algn="l">
              <ns1:defRPr sz="1500" b="0">
                <ns1:solidFill>
                  <ns1:srgbClr val="68748A"/>
                </ns1:solidFill>
              </ns1:defRPr>
            </ns1:lvl8pPr>
            <ns1:lvl9pPr algn="l">
              <ns1:defRPr sz="150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500" b="0">
                <ns1:solidFill>
                  <ns1:srgbClr val="68748A"/>
                </ns1:solidFill>
              </ns1:defRPr>
            </ns1:pPr>
            <ns1:r>
              <ns1:rPr sz="1500" b="0" lang="en-US">
                <ns1:solidFill>
                  <ns1:srgbClr val="68748A"/>
                </ns1:solidFill>
              </ns1:rPr>
              <ns1:t>We agree on features after discussing the project.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7EF70B3D-37BE-4D5A-A8F3-50C76FA13245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857500"/>
            <ns1:ext cx="3333750" cy="2381250"/>
          </ns1:xfrm>
          <ns1:prstGeom prst="roundRect">
            <ns1:avLst>
              <ns1:gd name="adj" fmla="val 4800"/>
            </ns1:avLst>
          </ns1:prstGeom>
          <ns1:solidFill>
            <ns1:srgbClr val="F5F7FB"/>
          </ns1:solidFill>
          <ns1:ln w="9525">
            <ns1:solidFill>
              <ns1:srgbClr val="D9E0EB"/>
            </ns1:solidFill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5A47539A-B057-4CB0-BCC6-31EAFF2F90FE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3143250"/>
            <ns1:ext cx="27622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246BFD"/>
                </ns1:solidFill>
              </ns1:defRPr>
            </ns1:defPPr>
            <ns1:lvl1pPr algn="l">
              <ns1:defRPr sz="2025" b="1">
                <ns1:solidFill>
                  <ns1:srgbClr val="246BFD"/>
                </ns1:solidFill>
              </ns1:defRPr>
            </ns1:lvl1pPr>
            <ns1:lvl2pPr algn="l">
              <ns1:defRPr sz="2025" b="1">
                <ns1:solidFill>
                  <ns1:srgbClr val="246BFD"/>
                </ns1:solidFill>
              </ns1:defRPr>
            </ns1:lvl2pPr>
            <ns1:lvl3pPr algn="l">
              <ns1:defRPr sz="2025" b="1">
                <ns1:solidFill>
                  <ns1:srgbClr val="246BFD"/>
                </ns1:solidFill>
              </ns1:defRPr>
            </ns1:lvl3pPr>
            <ns1:lvl4pPr algn="l">
              <ns1:defRPr sz="2025" b="1">
                <ns1:solidFill>
                  <ns1:srgbClr val="246BFD"/>
                </ns1:solidFill>
              </ns1:defRPr>
            </ns1:lvl4pPr>
            <ns1:lvl5pPr algn="l">
              <ns1:defRPr sz="2025" b="1">
                <ns1:solidFill>
                  <ns1:srgbClr val="246BFD"/>
                </ns1:solidFill>
              </ns1:defRPr>
            </ns1:lvl5pPr>
            <ns1:lvl6pPr algn="l">
              <ns1:defRPr sz="2025" b="1">
                <ns1:solidFill>
                  <ns1:srgbClr val="246BFD"/>
                </ns1:solidFill>
              </ns1:defRPr>
            </ns1:lvl6pPr>
            <ns1:lvl7pPr algn="l">
              <ns1:defRPr sz="2025" b="1">
                <ns1:solidFill>
                  <ns1:srgbClr val="246BFD"/>
                </ns1:solidFill>
              </ns1:defRPr>
            </ns1:lvl7pPr>
            <ns1:lvl8pPr algn="l">
              <ns1:defRPr sz="2025" b="1">
                <ns1:solidFill>
                  <ns1:srgbClr val="246BFD"/>
                </ns1:solidFill>
              </ns1:defRPr>
            </ns1:lvl8pPr>
            <ns1:lvl9pPr algn="l">
              <ns1:defRPr sz="20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2025" b="1">
                <ns1:solidFill>
                  <ns1:srgbClr val="246BFD"/>
                </ns1:solidFill>
              </ns1:defRPr>
            </ns1:pPr>
            <ns1:r>
              <ns1:rPr sz="2025" b="1" lang="en-US">
                <ns1:solidFill>
                  <ns1:srgbClr val="246BFD"/>
                </ns1:solidFill>
              </ns1:rPr>
              <ns1:t>Landing page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922DC390-9387-4375-9DE6-9D7443C8505F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3762375"/>
            <ns1:ext cx="276225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8748A"/>
                </ns1:solidFill>
              </ns1:defRPr>
            </ns1:defPPr>
            <ns1:lvl1pPr algn="l">
              <ns1:defRPr sz="1425" b="0">
                <ns1:solidFill>
                  <ns1:srgbClr val="68748A"/>
                </ns1:solidFill>
              </ns1:defRPr>
            </ns1:lvl1pPr>
            <ns1:lvl2pPr algn="l">
              <ns1:defRPr sz="1425" b="0">
                <ns1:solidFill>
                  <ns1:srgbClr val="68748A"/>
                </ns1:solidFill>
              </ns1:defRPr>
            </ns1:lvl2pPr>
            <ns1:lvl3pPr algn="l">
              <ns1:defRPr sz="1425" b="0">
                <ns1:solidFill>
                  <ns1:srgbClr val="68748A"/>
                </ns1:solidFill>
              </ns1:defRPr>
            </ns1:lvl3pPr>
            <ns1:lvl4pPr algn="l">
              <ns1:defRPr sz="1425" b="0">
                <ns1:solidFill>
                  <ns1:srgbClr val="68748A"/>
                </ns1:solidFill>
              </ns1:defRPr>
            </ns1:lvl4pPr>
            <ns1:lvl5pPr algn="l">
              <ns1:defRPr sz="1425" b="0">
                <ns1:solidFill>
                  <ns1:srgbClr val="68748A"/>
                </ns1:solidFill>
              </ns1:defRPr>
            </ns1:lvl5pPr>
            <ns1:lvl6pPr algn="l">
              <ns1:defRPr sz="1425" b="0">
                <ns1:solidFill>
                  <ns1:srgbClr val="68748A"/>
                </ns1:solidFill>
              </ns1:defRPr>
            </ns1:lvl6pPr>
            <ns1:lvl7pPr algn="l">
              <ns1:defRPr sz="1425" b="0">
                <ns1:solidFill>
                  <ns1:srgbClr val="68748A"/>
                </ns1:solidFill>
              </ns1:defRPr>
            </ns1:lvl7pPr>
            <ns1:lvl8pPr algn="l">
              <ns1:defRPr sz="1425" b="0">
                <ns1:solidFill>
                  <ns1:srgbClr val="68748A"/>
                </ns1:solidFill>
              </ns1:defRPr>
            </ns1:lvl8pPr>
            <ns1:lvl9pPr algn="l">
              <ns1:defRPr sz="1425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425" b="0">
                <ns1:solidFill>
                  <ns1:srgbClr val="68748A"/>
                </ns1:solidFill>
              </ns1:defRPr>
            </ns1:pPr>
            <ns1:r>
              <ns1:rPr sz="1425" b="0" lang="en-US">
                <ns1:solidFill>
                  <ns1:srgbClr val="68748A"/>
                </ns1:solidFill>
              </ns1:rPr>
              <ns1:t>Clear structure and mobile-friendly layout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A036DF12-4E07-4D42-A494-6ECBA2C72A76}"/>
              </ns1:ext>
            </ns1:extLst>
          </ns0:cNvPr>
          <ns0:cNvSpPr>
            <ns1:spLocks noGrp="1"/>
          </ns0:cNvSpPr>
          <ns0:nvPr/>
        </ns0:nvSpPr>
        <ns0:spPr>
          <ns1:xfrm>
            <ns1:off x="4381500" y="2857500"/>
            <ns1:ext cx="3333750" cy="2381250"/>
          </ns1:xfrm>
          <ns1:prstGeom prst="roundRect">
            <ns1:avLst>
              <ns1:gd name="adj" fmla="val 4800"/>
            </ns1:avLst>
          </ns1:prstGeom>
          <ns1:solidFill>
            <ns1:srgbClr val="F5F7FB"/>
          </ns1:solidFill>
          <ns1:ln w="9525">
            <ns1:solidFill>
              <ns1:srgbClr val="D9E0EB"/>
            </ns1:solidFill>
            <ns1:prstDash val="solid"/>
          </ns1:ln>
        </ns0:spPr>
      </ns0:sp>
      <ns0:sp>
        <ns0:nvSpPr>
          <ns0:cNvPr id="8" name="">
            <ns1:extLst>
              <ns1:ext uri="{FF2B5EF4-FFF2-40B4-BE49-F238E27FC236}">
                <ns2:creationId id="{8BDD0154-66A7-4D30-8402-AB91DCC5D80B}"/>
              </ns1:ext>
            </ns1:extLst>
          </ns0:cNvPr>
          <ns0:cNvSpPr>
            <ns1:spLocks noGrp="1"/>
          </ns0:cNvSpPr>
          <ns0:nvPr/>
        </ns0:nvSpPr>
        <ns0:spPr>
          <ns1:xfrm>
            <ns1:off x="4648200" y="3143250"/>
            <ns1:ext cx="27622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246BFD"/>
                </ns1:solidFill>
              </ns1:defRPr>
            </ns1:defPPr>
            <ns1:lvl1pPr algn="l">
              <ns1:defRPr sz="2025" b="1">
                <ns1:solidFill>
                  <ns1:srgbClr val="246BFD"/>
                </ns1:solidFill>
              </ns1:defRPr>
            </ns1:lvl1pPr>
            <ns1:lvl2pPr algn="l">
              <ns1:defRPr sz="2025" b="1">
                <ns1:solidFill>
                  <ns1:srgbClr val="246BFD"/>
                </ns1:solidFill>
              </ns1:defRPr>
            </ns1:lvl2pPr>
            <ns1:lvl3pPr algn="l">
              <ns1:defRPr sz="2025" b="1">
                <ns1:solidFill>
                  <ns1:srgbClr val="246BFD"/>
                </ns1:solidFill>
              </ns1:defRPr>
            </ns1:lvl3pPr>
            <ns1:lvl4pPr algn="l">
              <ns1:defRPr sz="2025" b="1">
                <ns1:solidFill>
                  <ns1:srgbClr val="246BFD"/>
                </ns1:solidFill>
              </ns1:defRPr>
            </ns1:lvl4pPr>
            <ns1:lvl5pPr algn="l">
              <ns1:defRPr sz="2025" b="1">
                <ns1:solidFill>
                  <ns1:srgbClr val="246BFD"/>
                </ns1:solidFill>
              </ns1:defRPr>
            </ns1:lvl5pPr>
            <ns1:lvl6pPr algn="l">
              <ns1:defRPr sz="2025" b="1">
                <ns1:solidFill>
                  <ns1:srgbClr val="246BFD"/>
                </ns1:solidFill>
              </ns1:defRPr>
            </ns1:lvl6pPr>
            <ns1:lvl7pPr algn="l">
              <ns1:defRPr sz="2025" b="1">
                <ns1:solidFill>
                  <ns1:srgbClr val="246BFD"/>
                </ns1:solidFill>
              </ns1:defRPr>
            </ns1:lvl7pPr>
            <ns1:lvl8pPr algn="l">
              <ns1:defRPr sz="2025" b="1">
                <ns1:solidFill>
                  <ns1:srgbClr val="246BFD"/>
                </ns1:solidFill>
              </ns1:defRPr>
            </ns1:lvl8pPr>
            <ns1:lvl9pPr algn="l">
              <ns1:defRPr sz="2025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2025" b="1">
                <ns1:solidFill>
                  <ns1:srgbClr val="246BFD"/>
                </ns1:solidFill>
              </ns1:defRPr>
            </ns1:pPr>
            <ns1:r>
              <ns1:rPr sz="2025" b="1" lang="en-US">
                <ns1:solidFill>
                  <ns1:srgbClr val="246BFD"/>
                </ns1:solidFill>
              </ns1:rPr>
              <ns1:t>Web interface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1984AB0C-3CA8-4612-9530-A64A1429A199}"/>
              </ns1:ext>
            </ns1:extLst>
          </ns0:cNvPr>
          <ns0:cNvSpPr>
            <ns1:spLocks noGrp="1"/>
          </ns0:cNvSpPr>
          <ns0:nvPr/>
        </ns0:nvSpPr>
        <ns0:spPr>
          <ns1:xfrm>
            <ns1:off x="4648200" y="3762375"/>
            <ns1:ext cx="276225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8748A"/>
                </ns1:solidFill>
              </ns1:defRPr>
            </ns1:defPPr>
            <ns1:lvl1pPr algn="l">
              <ns1:defRPr sz="1425" b="0">
                <ns1:solidFill>
                  <ns1:srgbClr val="68748A"/>
                </ns1:solidFill>
              </ns1:defRPr>
            </ns1:lvl1pPr>
            <ns1:lvl2pPr algn="l">
              <ns1:defRPr sz="1425" b="0">
                <ns1:solidFill>
                  <ns1:srgbClr val="68748A"/>
                </ns1:solidFill>
              </ns1:defRPr>
            </ns1:lvl2pPr>
            <ns1:lvl3pPr algn="l">
              <ns1:defRPr sz="1425" b="0">
                <ns1:solidFill>
                  <ns1:srgbClr val="68748A"/>
                </ns1:solidFill>
              </ns1:defRPr>
            </ns1:lvl3pPr>
            <ns1:lvl4pPr algn="l">
              <ns1:defRPr sz="1425" b="0">
                <ns1:solidFill>
                  <ns1:srgbClr val="68748A"/>
                </ns1:solidFill>
              </ns1:defRPr>
            </ns1:lvl4pPr>
            <ns1:lvl5pPr algn="l">
              <ns1:defRPr sz="1425" b="0">
                <ns1:solidFill>
                  <ns1:srgbClr val="68748A"/>
                </ns1:solidFill>
              </ns1:defRPr>
            </ns1:lvl5pPr>
            <ns1:lvl6pPr algn="l">
              <ns1:defRPr sz="1425" b="0">
                <ns1:solidFill>
                  <ns1:srgbClr val="68748A"/>
                </ns1:solidFill>
              </ns1:defRPr>
            </ns1:lvl6pPr>
            <ns1:lvl7pPr algn="l">
              <ns1:defRPr sz="1425" b="0">
                <ns1:solidFill>
                  <ns1:srgbClr val="68748A"/>
                </ns1:solidFill>
              </ns1:defRPr>
            </ns1:lvl7pPr>
            <ns1:lvl8pPr algn="l">
              <ns1:defRPr sz="1425" b="0">
                <ns1:solidFill>
                  <ns1:srgbClr val="68748A"/>
                </ns1:solidFill>
              </ns1:defRPr>
            </ns1:lvl8pPr>
            <ns1:lvl9pPr algn="l">
              <ns1:defRPr sz="1425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425" b="0">
                <ns1:solidFill>
                  <ns1:srgbClr val="68748A"/>
                </ns1:solidFill>
              </ns1:defRPr>
            </ns1:pPr>
            <ns1:r>
              <ns1:rPr sz="1425" b="0" lang="en-US">
                <ns1:solidFill>
                  <ns1:srgbClr val="68748A"/>
                </ns1:solidFill>
              </ns1:rPr>
              <ns1:t>Workspace for staff or customers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A7D76535-4089-48B4-B195-F48974F5A93A}"/>
              </ns1:ext>
            </ns1:extLst>
          </ns0:cNvPr>
          <ns0:cNvSpPr>
            <ns1:spLocks noGrp="1"/>
          </ns0:cNvSpPr>
          <ns0:nvPr/>
        </ns0:nvSpPr>
        <ns0:spPr>
          <ns1:xfrm>
            <ns1:off x="8096250" y="2857500"/>
            <ns1:ext cx="3333750" cy="2381250"/>
          </ns1:xfrm>
          <ns1:prstGeom prst="roundRect">
            <ns1:avLst>
              <ns1:gd name="adj" fmla="val 4800"/>
            </ns1:avLst>
          </ns1:prstGeom>
          <ns1:solidFill>
            <ns1:srgbClr val="F5F7FB"/>
          </ns1:solidFill>
          <ns1:ln w="9525">
            <ns1:solidFill>
              <ns1:srgbClr val="D9E0EB"/>
            </ns1:solidFill>
            <ns1:prstDash val="solid"/>
          </ns1:ln>
        </ns0:spPr>
      </ns0:sp>
      <ns0:sp>
        <ns0:nvSpPr>
          <ns0:cNvPr id="11" name="">
            <ns1:extLst>
              <ns1:ext uri="{FF2B5EF4-FFF2-40B4-BE49-F238E27FC236}">
                <ns2:creationId id="{76479F58-B2C4-4C2D-98CE-CF55BCAD97E3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3143250"/>
            <ns1:ext cx="27622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2025" b="1">
                <ns1:solidFill>
                  <ns1:srgbClr val="F47B61"/>
                </ns1:solidFill>
              </ns1:defRPr>
            </ns1:defPPr>
            <ns1:lvl1pPr algn="l">
              <ns1:defRPr sz="2025" b="1">
                <ns1:solidFill>
                  <ns1:srgbClr val="F47B61"/>
                </ns1:solidFill>
              </ns1:defRPr>
            </ns1:lvl1pPr>
            <ns1:lvl2pPr algn="l">
              <ns1:defRPr sz="2025" b="1">
                <ns1:solidFill>
                  <ns1:srgbClr val="F47B61"/>
                </ns1:solidFill>
              </ns1:defRPr>
            </ns1:lvl2pPr>
            <ns1:lvl3pPr algn="l">
              <ns1:defRPr sz="2025" b="1">
                <ns1:solidFill>
                  <ns1:srgbClr val="F47B61"/>
                </ns1:solidFill>
              </ns1:defRPr>
            </ns1:lvl3pPr>
            <ns1:lvl4pPr algn="l">
              <ns1:defRPr sz="2025" b="1">
                <ns1:solidFill>
                  <ns1:srgbClr val="F47B61"/>
                </ns1:solidFill>
              </ns1:defRPr>
            </ns1:lvl4pPr>
            <ns1:lvl5pPr algn="l">
              <ns1:defRPr sz="2025" b="1">
                <ns1:solidFill>
                  <ns1:srgbClr val="F47B61"/>
                </ns1:solidFill>
              </ns1:defRPr>
            </ns1:lvl5pPr>
            <ns1:lvl6pPr algn="l">
              <ns1:defRPr sz="2025" b="1">
                <ns1:solidFill>
                  <ns1:srgbClr val="F47B61"/>
                </ns1:solidFill>
              </ns1:defRPr>
            </ns1:lvl6pPr>
            <ns1:lvl7pPr algn="l">
              <ns1:defRPr sz="2025" b="1">
                <ns1:solidFill>
                  <ns1:srgbClr val="F47B61"/>
                </ns1:solidFill>
              </ns1:defRPr>
            </ns1:lvl7pPr>
            <ns1:lvl8pPr algn="l">
              <ns1:defRPr sz="2025" b="1">
                <ns1:solidFill>
                  <ns1:srgbClr val="F47B61"/>
                </ns1:solidFill>
              </ns1:defRPr>
            </ns1:lvl8pPr>
            <ns1:lvl9pPr algn="l">
              <ns1:defRPr sz="2025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2025" b="1">
                <ns1:solidFill>
                  <ns1:srgbClr val="F47B61"/>
                </ns1:solidFill>
              </ns1:defRPr>
            </ns1:pPr>
            <ns1:r>
              <ns1:rPr sz="2025" b="1" lang="en-US">
                <ns1:solidFill>
                  <ns1:srgbClr val="F47B61"/>
                </ns1:solidFill>
              </ns1:rPr>
              <ns1:t>Automation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32A5E12A-8D4F-4125-A338-B7F1757E0D84}"/>
              </ns1:ext>
            </ns1:extLst>
          </ns0:cNvPr>
          <ns0:cNvSpPr>
            <ns1:spLocks noGrp="1"/>
          </ns0:cNvSpPr>
          <ns0:nvPr/>
        </ns0:nvSpPr>
        <ns0:spPr>
          <ns1:xfrm>
            <ns1:off x="8362950" y="3762375"/>
            <ns1:ext cx="276225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425" b="0">
                <ns1:solidFill>
                  <ns1:srgbClr val="68748A"/>
                </ns1:solidFill>
              </ns1:defRPr>
            </ns1:defPPr>
            <ns1:lvl1pPr algn="l">
              <ns1:defRPr sz="1425" b="0">
                <ns1:solidFill>
                  <ns1:srgbClr val="68748A"/>
                </ns1:solidFill>
              </ns1:defRPr>
            </ns1:lvl1pPr>
            <ns1:lvl2pPr algn="l">
              <ns1:defRPr sz="1425" b="0">
                <ns1:solidFill>
                  <ns1:srgbClr val="68748A"/>
                </ns1:solidFill>
              </ns1:defRPr>
            </ns1:lvl2pPr>
            <ns1:lvl3pPr algn="l">
              <ns1:defRPr sz="1425" b="0">
                <ns1:solidFill>
                  <ns1:srgbClr val="68748A"/>
                </ns1:solidFill>
              </ns1:defRPr>
            </ns1:lvl3pPr>
            <ns1:lvl4pPr algn="l">
              <ns1:defRPr sz="1425" b="0">
                <ns1:solidFill>
                  <ns1:srgbClr val="68748A"/>
                </ns1:solidFill>
              </ns1:defRPr>
            </ns1:lvl4pPr>
            <ns1:lvl5pPr algn="l">
              <ns1:defRPr sz="1425" b="0">
                <ns1:solidFill>
                  <ns1:srgbClr val="68748A"/>
                </ns1:solidFill>
              </ns1:defRPr>
            </ns1:lvl5pPr>
            <ns1:lvl6pPr algn="l">
              <ns1:defRPr sz="1425" b="0">
                <ns1:solidFill>
                  <ns1:srgbClr val="68748A"/>
                </ns1:solidFill>
              </ns1:defRPr>
            </ns1:lvl6pPr>
            <ns1:lvl7pPr algn="l">
              <ns1:defRPr sz="1425" b="0">
                <ns1:solidFill>
                  <ns1:srgbClr val="68748A"/>
                </ns1:solidFill>
              </ns1:defRPr>
            </ns1:lvl7pPr>
            <ns1:lvl8pPr algn="l">
              <ns1:defRPr sz="1425" b="0">
                <ns1:solidFill>
                  <ns1:srgbClr val="68748A"/>
                </ns1:solidFill>
              </ns1:defRPr>
            </ns1:lvl8pPr>
            <ns1:lvl9pPr algn="l">
              <ns1:defRPr sz="1425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425" b="0">
                <ns1:solidFill>
                  <ns1:srgbClr val="68748A"/>
                </ns1:solidFill>
              </ns1:defRPr>
            </ns1:pPr>
            <ns1:r>
              <ns1:rPr sz="1425" b="0" lang="en-US">
                <ns1:solidFill>
                  <ns1:srgbClr val="68748A"/>
                </ns1:solidFill>
              </ns1:rPr>
              <ns1:t>Forms, Telegram bot and request handling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FC514840-DA38-462A-8710-8DD7068AEA2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8748A"/>
                </ns1:solidFill>
              </ns1:defRPr>
            </ns1:defPPr>
            <ns1:lvl1pPr algn="l">
              <ns1:defRPr sz="900" b="1">
                <ns1:solidFill>
                  <ns1:srgbClr val="68748A"/>
                </ns1:solidFill>
              </ns1:defRPr>
            </ns1:lvl1pPr>
            <ns1:lvl2pPr algn="l">
              <ns1:defRPr sz="900" b="1">
                <ns1:solidFill>
                  <ns1:srgbClr val="68748A"/>
                </ns1:solidFill>
              </ns1:defRPr>
            </ns1:lvl2pPr>
            <ns1:lvl3pPr algn="l">
              <ns1:defRPr sz="900" b="1">
                <ns1:solidFill>
                  <ns1:srgbClr val="68748A"/>
                </ns1:solidFill>
              </ns1:defRPr>
            </ns1:lvl3pPr>
            <ns1:lvl4pPr algn="l">
              <ns1:defRPr sz="900" b="1">
                <ns1:solidFill>
                  <ns1:srgbClr val="68748A"/>
                </ns1:solidFill>
              </ns1:defRPr>
            </ns1:lvl4pPr>
            <ns1:lvl5pPr algn="l">
              <ns1:defRPr sz="900" b="1">
                <ns1:solidFill>
                  <ns1:srgbClr val="68748A"/>
                </ns1:solidFill>
              </ns1:defRPr>
            </ns1:lvl5pPr>
            <ns1:lvl6pPr algn="l">
              <ns1:defRPr sz="900" b="1">
                <ns1:solidFill>
                  <ns1:srgbClr val="68748A"/>
                </ns1:solidFill>
              </ns1:defRPr>
            </ns1:lvl6pPr>
            <ns1:lvl7pPr algn="l">
              <ns1:defRPr sz="900" b="1">
                <ns1:solidFill>
                  <ns1:srgbClr val="68748A"/>
                </ns1:solidFill>
              </ns1:defRPr>
            </ns1:lvl7pPr>
            <ns1:lvl8pPr algn="l">
              <ns1:defRPr sz="900" b="1">
                <ns1:solidFill>
                  <ns1:srgbClr val="68748A"/>
                </ns1:solidFill>
              </ns1:defRPr>
            </ns1:lvl8pPr>
            <ns1:lvl9pPr algn="l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l">
              <ns1:defRPr sz="900" b="1">
                <ns1:solidFill>
                  <ns1:srgbClr val="68748A"/>
                </ns1:solidFill>
              </ns1:defRPr>
            </ns1:pPr>
            <ns1:r>
              <ns1:rPr sz="900" b="1" lang="en-US">
                <ns1:solidFill>
                  <ns1:srgbClr val="68748A"/>
                </ns1:solidFill>
              </ns1:rPr>
              <ns1:t>KOPYTOV DIGITAL  /  PROPOSAL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5809979C-A9EC-419F-84B5-739CA46EAFAA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8748A"/>
                </ns1:solidFill>
              </ns1:defRPr>
            </ns1:defPPr>
            <ns1:lvl1pPr algn="r">
              <ns1:defRPr sz="900" b="1">
                <ns1:solidFill>
                  <ns1:srgbClr val="68748A"/>
                </ns1:solidFill>
              </ns1:defRPr>
            </ns1:lvl1pPr>
            <ns1:lvl2pPr algn="r">
              <ns1:defRPr sz="900" b="1">
                <ns1:solidFill>
                  <ns1:srgbClr val="68748A"/>
                </ns1:solidFill>
              </ns1:defRPr>
            </ns1:lvl2pPr>
            <ns1:lvl3pPr algn="r">
              <ns1:defRPr sz="900" b="1">
                <ns1:solidFill>
                  <ns1:srgbClr val="68748A"/>
                </ns1:solidFill>
              </ns1:defRPr>
            </ns1:lvl3pPr>
            <ns1:lvl4pPr algn="r">
              <ns1:defRPr sz="900" b="1">
                <ns1:solidFill>
                  <ns1:srgbClr val="68748A"/>
                </ns1:solidFill>
              </ns1:defRPr>
            </ns1:lvl4pPr>
            <ns1:lvl5pPr algn="r">
              <ns1:defRPr sz="900" b="1">
                <ns1:solidFill>
                  <ns1:srgbClr val="68748A"/>
                </ns1:solidFill>
              </ns1:defRPr>
            </ns1:lvl5pPr>
            <ns1:lvl6pPr algn="r">
              <ns1:defRPr sz="900" b="1">
                <ns1:solidFill>
                  <ns1:srgbClr val="68748A"/>
                </ns1:solidFill>
              </ns1:defRPr>
            </ns1:lvl6pPr>
            <ns1:lvl7pPr algn="r">
              <ns1:defRPr sz="900" b="1">
                <ns1:solidFill>
                  <ns1:srgbClr val="68748A"/>
                </ns1:solidFill>
              </ns1:defRPr>
            </ns1:lvl7pPr>
            <ns1:lvl8pPr algn="r">
              <ns1:defRPr sz="900" b="1">
                <ns1:solidFill>
                  <ns1:srgbClr val="68748A"/>
                </ns1:solidFill>
              </ns1:defRPr>
            </ns1:lvl8pPr>
            <ns1:lvl9pPr algn="r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r">
              <ns1:defRPr sz="900" b="1">
                <ns1:solidFill>
                  <ns1:srgbClr val="68748A"/>
                </ns1:solidFill>
              </ns1:defRPr>
            </ns1:pPr>
            <ns1:r>
              <ns1:rPr sz="900" b="1" lang="en-US">
                <ns1:solidFill>
                  <ns1:srgbClr val="68748A"/>
                </ns1:solidFill>
              </ns1:rPr>
              <ns1:t>03</ns1:t>
            </ns1:r>
          </ns1:p>
        </ns0:txBody>
      </ns0:sp>
    </ns0:spTree>
    <ns0:extLst>
      <ns0:ext uri="{BB962C8B-B14F-4D97-AF65-F5344CB8AC3E}">
        <ns3:creationId val="1377678967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10182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0" name="">
            <ns1:extLst>
              <ns1:ext uri="{FF2B5EF4-FFF2-40B4-BE49-F238E27FC236}">
                <ns2:creationId id="{DB697DCB-86D4-4549-A7CD-6C0A40690EF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3810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F47B61"/>
                </ns1:solidFill>
              </ns1:defRPr>
            </ns1:defPPr>
            <ns1:lvl1pPr algn="l">
              <ns1:defRPr sz="1050" b="1">
                <ns1:solidFill>
                  <ns1:srgbClr val="F47B61"/>
                </ns1:solidFill>
              </ns1:defRPr>
            </ns1:lvl1pPr>
            <ns1:lvl2pPr algn="l">
              <ns1:defRPr sz="1050" b="1">
                <ns1:solidFill>
                  <ns1:srgbClr val="F47B61"/>
                </ns1:solidFill>
              </ns1:defRPr>
            </ns1:lvl2pPr>
            <ns1:lvl3pPr algn="l">
              <ns1:defRPr sz="1050" b="1">
                <ns1:solidFill>
                  <ns1:srgbClr val="F47B61"/>
                </ns1:solidFill>
              </ns1:defRPr>
            </ns1:lvl3pPr>
            <ns1:lvl4pPr algn="l">
              <ns1:defRPr sz="1050" b="1">
                <ns1:solidFill>
                  <ns1:srgbClr val="F47B61"/>
                </ns1:solidFill>
              </ns1:defRPr>
            </ns1:lvl4pPr>
            <ns1:lvl5pPr algn="l">
              <ns1:defRPr sz="1050" b="1">
                <ns1:solidFill>
                  <ns1:srgbClr val="F47B61"/>
                </ns1:solidFill>
              </ns1:defRPr>
            </ns1:lvl5pPr>
            <ns1:lvl6pPr algn="l">
              <ns1:defRPr sz="1050" b="1">
                <ns1:solidFill>
                  <ns1:srgbClr val="F47B61"/>
                </ns1:solidFill>
              </ns1:defRPr>
            </ns1:lvl6pPr>
            <ns1:lvl7pPr algn="l">
              <ns1:defRPr sz="1050" b="1">
                <ns1:solidFill>
                  <ns1:srgbClr val="F47B61"/>
                </ns1:solidFill>
              </ns1:defRPr>
            </ns1:lvl7pPr>
            <ns1:lvl8pPr algn="l">
              <ns1:defRPr sz="1050" b="1">
                <ns1:solidFill>
                  <ns1:srgbClr val="F47B61"/>
                </ns1:solidFill>
              </ns1:defRPr>
            </ns1:lvl8pPr>
            <ns1:lvl9pPr algn="l">
              <ns1:defRPr sz="10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050" b="1">
                <ns1:solidFill>
                  <ns1:srgbClr val="F47B61"/>
                </ns1:solidFill>
              </ns1:defRPr>
            </ns1:pPr>
            <ns1:r>
              <ns1:rPr sz="1050" b="1" lang="en-US">
                <ns1:solidFill>
                  <ns1:srgbClr val="F47B61"/>
                </ns1:solidFill>
              </ns1:rPr>
              <ns1:t>WORK STAGES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CD2581A3-310E-419A-BDE7-4B8DC0798CAA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FFFFFF"/>
                </ns1:solidFill>
              </ns1:defRPr>
            </ns1:defPPr>
            <ns1:lvl1pPr algn="l">
              <ns1:defRPr sz="3150" b="1">
                <ns1:solidFill>
                  <ns1:srgbClr val="FFFFFF"/>
                </ns1:solidFill>
              </ns1:defRPr>
            </ns1:lvl1pPr>
            <ns1:lvl2pPr algn="l">
              <ns1:defRPr sz="3150" b="1">
                <ns1:solidFill>
                  <ns1:srgbClr val="FFFFFF"/>
                </ns1:solidFill>
              </ns1:defRPr>
            </ns1:lvl2pPr>
            <ns1:lvl3pPr algn="l">
              <ns1:defRPr sz="3150" b="1">
                <ns1:solidFill>
                  <ns1:srgbClr val="FFFFFF"/>
                </ns1:solidFill>
              </ns1:defRPr>
            </ns1:lvl3pPr>
            <ns1:lvl4pPr algn="l">
              <ns1:defRPr sz="3150" b="1">
                <ns1:solidFill>
                  <ns1:srgbClr val="FFFFFF"/>
                </ns1:solidFill>
              </ns1:defRPr>
            </ns1:lvl4pPr>
            <ns1:lvl5pPr algn="l">
              <ns1:defRPr sz="3150" b="1">
                <ns1:solidFill>
                  <ns1:srgbClr val="FFFFFF"/>
                </ns1:solidFill>
              </ns1:defRPr>
            </ns1:lvl5pPr>
            <ns1:lvl6pPr algn="l">
              <ns1:defRPr sz="3150" b="1">
                <ns1:solidFill>
                  <ns1:srgbClr val="FFFFFF"/>
                </ns1:solidFill>
              </ns1:defRPr>
            </ns1:lvl6pPr>
            <ns1:lvl7pPr algn="l">
              <ns1:defRPr sz="3150" b="1">
                <ns1:solidFill>
                  <ns1:srgbClr val="FFFFFF"/>
                </ns1:solidFill>
              </ns1:defRPr>
            </ns1:lvl7pPr>
            <ns1:lvl8pPr algn="l">
              <ns1:defRPr sz="3150" b="1">
                <ns1:solidFill>
                  <ns1:srgbClr val="FFFFFF"/>
                </ns1:solidFill>
              </ns1:defRPr>
            </ns1:lvl8pPr>
            <ns1:lvl9pPr algn="l">
              <ns1:defRPr sz="31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150" b="1">
                <ns1:solidFill>
                  <ns1:srgbClr val="FFFFFF"/>
                </ns1:solidFill>
              </ns1:defRPr>
            </ns1:pPr>
            <ns1:r>
              <ns1:rPr sz="3150" b="1" lang="en-US">
                <ns1:solidFill>
                  <ns1:srgbClr val="FFFFFF"/>
                </ns1:solidFill>
              </ns1:rPr>
              <ns1:t>How development works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D1059DC8-8F98-4F51-BDF3-E0FE6D4EB9B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667000"/>
            <ns1:ext cx="5715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F47B61"/>
                </ns1:solidFill>
              </ns1:defRPr>
            </ns1:defPPr>
            <ns1:lvl1pPr algn="l">
              <ns1:defRPr sz="1500" b="1">
                <ns1:solidFill>
                  <ns1:srgbClr val="F47B61"/>
                </ns1:solidFill>
              </ns1:defRPr>
            </ns1:lvl1pPr>
            <ns1:lvl2pPr algn="l">
              <ns1:defRPr sz="1500" b="1">
                <ns1:solidFill>
                  <ns1:srgbClr val="F47B61"/>
                </ns1:solidFill>
              </ns1:defRPr>
            </ns1:lvl2pPr>
            <ns1:lvl3pPr algn="l">
              <ns1:defRPr sz="1500" b="1">
                <ns1:solidFill>
                  <ns1:srgbClr val="F47B61"/>
                </ns1:solidFill>
              </ns1:defRPr>
            </ns1:lvl3pPr>
            <ns1:lvl4pPr algn="l">
              <ns1:defRPr sz="1500" b="1">
                <ns1:solidFill>
                  <ns1:srgbClr val="F47B61"/>
                </ns1:solidFill>
              </ns1:defRPr>
            </ns1:lvl4pPr>
            <ns1:lvl5pPr algn="l">
              <ns1:defRPr sz="1500" b="1">
                <ns1:solidFill>
                  <ns1:srgbClr val="F47B61"/>
                </ns1:solidFill>
              </ns1:defRPr>
            </ns1:lvl5pPr>
            <ns1:lvl6pPr algn="l">
              <ns1:defRPr sz="1500" b="1">
                <ns1:solidFill>
                  <ns1:srgbClr val="F47B61"/>
                </ns1:solidFill>
              </ns1:defRPr>
            </ns1:lvl6pPr>
            <ns1:lvl7pPr algn="l">
              <ns1:defRPr sz="1500" b="1">
                <ns1:solidFill>
                  <ns1:srgbClr val="F47B61"/>
                </ns1:solidFill>
              </ns1:defRPr>
            </ns1:lvl7pPr>
            <ns1:lvl8pPr algn="l">
              <ns1:defRPr sz="1500" b="1">
                <ns1:solidFill>
                  <ns1:srgbClr val="F47B61"/>
                </ns1:solidFill>
              </ns1:defRPr>
            </ns1:lvl8pPr>
            <ns1:lvl9pPr algn="l">
              <ns1:defRPr sz="15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500" b="1">
                <ns1:solidFill>
                  <ns1:srgbClr val="F47B61"/>
                </ns1:solidFill>
              </ns1:defRPr>
            </ns1:pPr>
            <ns1:r>
              <ns1:rPr sz="1500" b="1" lang="en-US">
                <ns1:solidFill>
                  <ns1:srgbClr val="F47B61"/>
                </ns1:solidFill>
              </ns1:rPr>
              <ns1:t>01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EA6C7A4F-25B7-4EA7-9A06-12445B584F5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238500"/>
            <ns1:ext cx="180975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en-US">
                <ns1:solidFill>
                  <ns1:srgbClr val="FFFFFF"/>
                </ns1:solidFill>
              </ns1:rPr>
              <ns1:t>Discuss needs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602C833D-83DA-43FB-9AED-62F19870C6F3}"/>
              </ns1:ext>
            </ns1:extLst>
          </ns0:cNvPr>
          <ns0:cNvSpPr>
            <ns1:spLocks noGrp="1"/>
          </ns0:cNvSpPr>
          <ns0:nvPr/>
        </ns0:nvSpPr>
        <ns0:spPr>
          <ns1:xfrm>
            <ns1:off x="2286000" y="2905125"/>
            <ns1:ext cx="52387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6" name="">
            <ns1:extLst>
              <ns1:ext uri="{FF2B5EF4-FFF2-40B4-BE49-F238E27FC236}">
                <ns2:creationId id="{A51503D4-4182-4EC4-8DF0-87B4C8ED609F}"/>
              </ns1:ext>
            </ns1:extLst>
          </ns0:cNvPr>
          <ns0:cNvSpPr>
            <ns1:spLocks noGrp="1"/>
          </ns0:cNvSpPr>
          <ns0:nvPr/>
        </ns0:nvSpPr>
        <ns0:spPr>
          <ns1:xfrm>
            <ns1:off x="2857500" y="2667000"/>
            <ns1:ext cx="5715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F47B61"/>
                </ns1:solidFill>
              </ns1:defRPr>
            </ns1:defPPr>
            <ns1:lvl1pPr algn="l">
              <ns1:defRPr sz="1500" b="1">
                <ns1:solidFill>
                  <ns1:srgbClr val="F47B61"/>
                </ns1:solidFill>
              </ns1:defRPr>
            </ns1:lvl1pPr>
            <ns1:lvl2pPr algn="l">
              <ns1:defRPr sz="1500" b="1">
                <ns1:solidFill>
                  <ns1:srgbClr val="F47B61"/>
                </ns1:solidFill>
              </ns1:defRPr>
            </ns1:lvl2pPr>
            <ns1:lvl3pPr algn="l">
              <ns1:defRPr sz="1500" b="1">
                <ns1:solidFill>
                  <ns1:srgbClr val="F47B61"/>
                </ns1:solidFill>
              </ns1:defRPr>
            </ns1:lvl3pPr>
            <ns1:lvl4pPr algn="l">
              <ns1:defRPr sz="1500" b="1">
                <ns1:solidFill>
                  <ns1:srgbClr val="F47B61"/>
                </ns1:solidFill>
              </ns1:defRPr>
            </ns1:lvl4pPr>
            <ns1:lvl5pPr algn="l">
              <ns1:defRPr sz="1500" b="1">
                <ns1:solidFill>
                  <ns1:srgbClr val="F47B61"/>
                </ns1:solidFill>
              </ns1:defRPr>
            </ns1:lvl5pPr>
            <ns1:lvl6pPr algn="l">
              <ns1:defRPr sz="1500" b="1">
                <ns1:solidFill>
                  <ns1:srgbClr val="F47B61"/>
                </ns1:solidFill>
              </ns1:defRPr>
            </ns1:lvl6pPr>
            <ns1:lvl7pPr algn="l">
              <ns1:defRPr sz="1500" b="1">
                <ns1:solidFill>
                  <ns1:srgbClr val="F47B61"/>
                </ns1:solidFill>
              </ns1:defRPr>
            </ns1:lvl7pPr>
            <ns1:lvl8pPr algn="l">
              <ns1:defRPr sz="1500" b="1">
                <ns1:solidFill>
                  <ns1:srgbClr val="F47B61"/>
                </ns1:solidFill>
              </ns1:defRPr>
            </ns1:lvl8pPr>
            <ns1:lvl9pPr algn="l">
              <ns1:defRPr sz="15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500" b="1">
                <ns1:solidFill>
                  <ns1:srgbClr val="F47B61"/>
                </ns1:solidFill>
              </ns1:defRPr>
            </ns1:pPr>
            <ns1:r>
              <ns1:rPr sz="1500" b="1" lang="en-US">
                <ns1:solidFill>
                  <ns1:srgbClr val="F47B61"/>
                </ns1:solidFill>
              </ns1:rPr>
              <ns1:t>02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90111B06-9C7B-4F4A-A865-BAC10EDD4E75}"/>
              </ns1:ext>
            </ns1:extLst>
          </ns0:cNvPr>
          <ns0:cNvSpPr>
            <ns1:spLocks noGrp="1"/>
          </ns0:cNvSpPr>
          <ns0:nvPr/>
        </ns0:nvSpPr>
        <ns0:spPr>
          <ns1:xfrm>
            <ns1:off x="2857500" y="3238500"/>
            <ns1:ext cx="180975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en-US">
                <ns1:solidFill>
                  <ns1:srgbClr val="FFFFFF"/>
                </ns1:solidFill>
              </ns1:rPr>
              <ns1:t>Structure and design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85D57ADB-EC12-40D1-8AE6-5F7E93EFB164}"/>
              </ns1:ext>
            </ns1:extLst>
          </ns0:cNvPr>
          <ns0:cNvSpPr>
            <ns1:spLocks noGrp="1"/>
          </ns0:cNvSpPr>
          <ns0:nvPr/>
        </ns0:nvSpPr>
        <ns0:spPr>
          <ns1:xfrm>
            <ns1:off x="4476750" y="2905125"/>
            <ns1:ext cx="52387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4D3DE3D9-557E-4FEF-BB92-93FB607790FF}"/>
              </ns1:ext>
            </ns1:extLst>
          </ns0:cNvPr>
          <ns0:cNvSpPr>
            <ns1:spLocks noGrp="1"/>
          </ns0:cNvSpPr>
          <ns0:nvPr/>
        </ns0:nvSpPr>
        <ns0:spPr>
          <ns1:xfrm>
            <ns1:off x="5048250" y="2667000"/>
            <ns1:ext cx="5715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F47B61"/>
                </ns1:solidFill>
              </ns1:defRPr>
            </ns1:defPPr>
            <ns1:lvl1pPr algn="l">
              <ns1:defRPr sz="1500" b="1">
                <ns1:solidFill>
                  <ns1:srgbClr val="F47B61"/>
                </ns1:solidFill>
              </ns1:defRPr>
            </ns1:lvl1pPr>
            <ns1:lvl2pPr algn="l">
              <ns1:defRPr sz="1500" b="1">
                <ns1:solidFill>
                  <ns1:srgbClr val="F47B61"/>
                </ns1:solidFill>
              </ns1:defRPr>
            </ns1:lvl2pPr>
            <ns1:lvl3pPr algn="l">
              <ns1:defRPr sz="1500" b="1">
                <ns1:solidFill>
                  <ns1:srgbClr val="F47B61"/>
                </ns1:solidFill>
              </ns1:defRPr>
            </ns1:lvl3pPr>
            <ns1:lvl4pPr algn="l">
              <ns1:defRPr sz="1500" b="1">
                <ns1:solidFill>
                  <ns1:srgbClr val="F47B61"/>
                </ns1:solidFill>
              </ns1:defRPr>
            </ns1:lvl4pPr>
            <ns1:lvl5pPr algn="l">
              <ns1:defRPr sz="1500" b="1">
                <ns1:solidFill>
                  <ns1:srgbClr val="F47B61"/>
                </ns1:solidFill>
              </ns1:defRPr>
            </ns1:lvl5pPr>
            <ns1:lvl6pPr algn="l">
              <ns1:defRPr sz="1500" b="1">
                <ns1:solidFill>
                  <ns1:srgbClr val="F47B61"/>
                </ns1:solidFill>
              </ns1:defRPr>
            </ns1:lvl6pPr>
            <ns1:lvl7pPr algn="l">
              <ns1:defRPr sz="1500" b="1">
                <ns1:solidFill>
                  <ns1:srgbClr val="F47B61"/>
                </ns1:solidFill>
              </ns1:defRPr>
            </ns1:lvl7pPr>
            <ns1:lvl8pPr algn="l">
              <ns1:defRPr sz="1500" b="1">
                <ns1:solidFill>
                  <ns1:srgbClr val="F47B61"/>
                </ns1:solidFill>
              </ns1:defRPr>
            </ns1:lvl8pPr>
            <ns1:lvl9pPr algn="l">
              <ns1:defRPr sz="15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500" b="1">
                <ns1:solidFill>
                  <ns1:srgbClr val="F47B61"/>
                </ns1:solidFill>
              </ns1:defRPr>
            </ns1:pPr>
            <ns1:r>
              <ns1:rPr sz="1500" b="1" lang="en-US">
                <ns1:solidFill>
                  <ns1:srgbClr val="F47B61"/>
                </ns1:solidFill>
              </ns1:rPr>
              <ns1:t>03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3904BF4C-EA9C-4EE4-A5EE-BC1F925FFEF0}"/>
              </ns1:ext>
            </ns1:extLst>
          </ns0:cNvPr>
          <ns0:cNvSpPr>
            <ns1:spLocks noGrp="1"/>
          </ns0:cNvSpPr>
          <ns0:nvPr/>
        </ns0:nvSpPr>
        <ns0:spPr>
          <ns1:xfrm>
            <ns1:off x="5048250" y="3238500"/>
            <ns1:ext cx="180975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en-US">
                <ns1:solidFill>
                  <ns1:srgbClr val="FFFFFF"/>
                </ns1:solidFill>
              </ns1:rPr>
              <ns1:t>Build features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F95D6DD2-D3BC-4966-A81A-1AB5C588592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2905125"/>
            <ns1:ext cx="52387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2" name="">
            <ns1:extLst>
              <ns1:ext uri="{FF2B5EF4-FFF2-40B4-BE49-F238E27FC236}">
                <ns2:creationId id="{8829F23E-A87D-4075-BF8B-6188EE6373C5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2667000"/>
            <ns1:ext cx="5715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F47B61"/>
                </ns1:solidFill>
              </ns1:defRPr>
            </ns1:defPPr>
            <ns1:lvl1pPr algn="l">
              <ns1:defRPr sz="1500" b="1">
                <ns1:solidFill>
                  <ns1:srgbClr val="F47B61"/>
                </ns1:solidFill>
              </ns1:defRPr>
            </ns1:lvl1pPr>
            <ns1:lvl2pPr algn="l">
              <ns1:defRPr sz="1500" b="1">
                <ns1:solidFill>
                  <ns1:srgbClr val="F47B61"/>
                </ns1:solidFill>
              </ns1:defRPr>
            </ns1:lvl2pPr>
            <ns1:lvl3pPr algn="l">
              <ns1:defRPr sz="1500" b="1">
                <ns1:solidFill>
                  <ns1:srgbClr val="F47B61"/>
                </ns1:solidFill>
              </ns1:defRPr>
            </ns1:lvl3pPr>
            <ns1:lvl4pPr algn="l">
              <ns1:defRPr sz="1500" b="1">
                <ns1:solidFill>
                  <ns1:srgbClr val="F47B61"/>
                </ns1:solidFill>
              </ns1:defRPr>
            </ns1:lvl4pPr>
            <ns1:lvl5pPr algn="l">
              <ns1:defRPr sz="1500" b="1">
                <ns1:solidFill>
                  <ns1:srgbClr val="F47B61"/>
                </ns1:solidFill>
              </ns1:defRPr>
            </ns1:lvl5pPr>
            <ns1:lvl6pPr algn="l">
              <ns1:defRPr sz="1500" b="1">
                <ns1:solidFill>
                  <ns1:srgbClr val="F47B61"/>
                </ns1:solidFill>
              </ns1:defRPr>
            </ns1:lvl6pPr>
            <ns1:lvl7pPr algn="l">
              <ns1:defRPr sz="1500" b="1">
                <ns1:solidFill>
                  <ns1:srgbClr val="F47B61"/>
                </ns1:solidFill>
              </ns1:defRPr>
            </ns1:lvl7pPr>
            <ns1:lvl8pPr algn="l">
              <ns1:defRPr sz="1500" b="1">
                <ns1:solidFill>
                  <ns1:srgbClr val="F47B61"/>
                </ns1:solidFill>
              </ns1:defRPr>
            </ns1:lvl8pPr>
            <ns1:lvl9pPr algn="l">
              <ns1:defRPr sz="15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500" b="1">
                <ns1:solidFill>
                  <ns1:srgbClr val="F47B61"/>
                </ns1:solidFill>
              </ns1:defRPr>
            </ns1:pPr>
            <ns1:r>
              <ns1:rPr sz="1500" b="1" lang="en-US">
                <ns1:solidFill>
                  <ns1:srgbClr val="F47B61"/>
                </ns1:solidFill>
              </ns1:rPr>
              <ns1:t>04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7A816020-7F70-464B-B646-35276567B417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3238500"/>
            <ns1:ext cx="180975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en-US">
                <ns1:solidFill>
                  <ns1:srgbClr val="FFFFFF"/>
                </ns1:solidFill>
              </ns1:rPr>
              <ns1:t>Testing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F906F7D7-74ED-4A14-94E6-6CFCD5DD1942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2905125"/>
            <ns1:ext cx="523875" cy="28575"/>
          </ns1:xfrm>
          <ns1:prstGeom prst="rect">
            <ns1:avLst/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2:creationId id="{02FA0D3F-B0E4-4967-A17B-ED8BE8E9994B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2667000"/>
            <ns1:ext cx="5715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F47B61"/>
                </ns1:solidFill>
              </ns1:defRPr>
            </ns1:defPPr>
            <ns1:lvl1pPr algn="l">
              <ns1:defRPr sz="1500" b="1">
                <ns1:solidFill>
                  <ns1:srgbClr val="F47B61"/>
                </ns1:solidFill>
              </ns1:defRPr>
            </ns1:lvl1pPr>
            <ns1:lvl2pPr algn="l">
              <ns1:defRPr sz="1500" b="1">
                <ns1:solidFill>
                  <ns1:srgbClr val="F47B61"/>
                </ns1:solidFill>
              </ns1:defRPr>
            </ns1:lvl2pPr>
            <ns1:lvl3pPr algn="l">
              <ns1:defRPr sz="1500" b="1">
                <ns1:solidFill>
                  <ns1:srgbClr val="F47B61"/>
                </ns1:solidFill>
              </ns1:defRPr>
            </ns1:lvl3pPr>
            <ns1:lvl4pPr algn="l">
              <ns1:defRPr sz="1500" b="1">
                <ns1:solidFill>
                  <ns1:srgbClr val="F47B61"/>
                </ns1:solidFill>
              </ns1:defRPr>
            </ns1:lvl4pPr>
            <ns1:lvl5pPr algn="l">
              <ns1:defRPr sz="1500" b="1">
                <ns1:solidFill>
                  <ns1:srgbClr val="F47B61"/>
                </ns1:solidFill>
              </ns1:defRPr>
            </ns1:lvl5pPr>
            <ns1:lvl6pPr algn="l">
              <ns1:defRPr sz="1500" b="1">
                <ns1:solidFill>
                  <ns1:srgbClr val="F47B61"/>
                </ns1:solidFill>
              </ns1:defRPr>
            </ns1:lvl6pPr>
            <ns1:lvl7pPr algn="l">
              <ns1:defRPr sz="1500" b="1">
                <ns1:solidFill>
                  <ns1:srgbClr val="F47B61"/>
                </ns1:solidFill>
              </ns1:defRPr>
            </ns1:lvl7pPr>
            <ns1:lvl8pPr algn="l">
              <ns1:defRPr sz="1500" b="1">
                <ns1:solidFill>
                  <ns1:srgbClr val="F47B61"/>
                </ns1:solidFill>
              </ns1:defRPr>
            </ns1:lvl8pPr>
            <ns1:lvl9pPr algn="l">
              <ns1:defRPr sz="15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500" b="1">
                <ns1:solidFill>
                  <ns1:srgbClr val="F47B61"/>
                </ns1:solidFill>
              </ns1:defRPr>
            </ns1:pPr>
            <ns1:r>
              <ns1:rPr sz="1500" b="1" lang="en-US">
                <ns1:solidFill>
                  <ns1:srgbClr val="F47B61"/>
                </ns1:solidFill>
              </ns1:rPr>
              <ns1:t>05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9A16B9C4-9E33-40AC-B748-F6E96A0F9684}"/>
              </ns1:ext>
            </ns1:extLst>
          </ns0:cNvPr>
          <ns0:cNvSpPr>
            <ns1:spLocks noGrp="1"/>
          </ns0:cNvSpPr>
          <ns0:nvPr/>
        </ns0:nvSpPr>
        <ns0:spPr>
          <ns1:xfrm>
            <ns1:off x="9429750" y="3238500"/>
            <ns1:ext cx="1809750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1">
                <ns1:solidFill>
                  <ns1:srgbClr val="FFFFFF"/>
                </ns1:solidFill>
              </ns1:defRPr>
            </ns1:defPPr>
            <ns1:lvl1pPr algn="l">
              <ns1:defRPr sz="1650" b="1">
                <ns1:solidFill>
                  <ns1:srgbClr val="FFFFFF"/>
                </ns1:solidFill>
              </ns1:defRPr>
            </ns1:lvl1pPr>
            <ns1:lvl2pPr algn="l">
              <ns1:defRPr sz="1650" b="1">
                <ns1:solidFill>
                  <ns1:srgbClr val="FFFFFF"/>
                </ns1:solidFill>
              </ns1:defRPr>
            </ns1:lvl2pPr>
            <ns1:lvl3pPr algn="l">
              <ns1:defRPr sz="1650" b="1">
                <ns1:solidFill>
                  <ns1:srgbClr val="FFFFFF"/>
                </ns1:solidFill>
              </ns1:defRPr>
            </ns1:lvl3pPr>
            <ns1:lvl4pPr algn="l">
              <ns1:defRPr sz="1650" b="1">
                <ns1:solidFill>
                  <ns1:srgbClr val="FFFFFF"/>
                </ns1:solidFill>
              </ns1:defRPr>
            </ns1:lvl4pPr>
            <ns1:lvl5pPr algn="l">
              <ns1:defRPr sz="1650" b="1">
                <ns1:solidFill>
                  <ns1:srgbClr val="FFFFFF"/>
                </ns1:solidFill>
              </ns1:defRPr>
            </ns1:lvl5pPr>
            <ns1:lvl6pPr algn="l">
              <ns1:defRPr sz="1650" b="1">
                <ns1:solidFill>
                  <ns1:srgbClr val="FFFFFF"/>
                </ns1:solidFill>
              </ns1:defRPr>
            </ns1:lvl6pPr>
            <ns1:lvl7pPr algn="l">
              <ns1:defRPr sz="1650" b="1">
                <ns1:solidFill>
                  <ns1:srgbClr val="FFFFFF"/>
                </ns1:solidFill>
              </ns1:defRPr>
            </ns1:lvl7pPr>
            <ns1:lvl8pPr algn="l">
              <ns1:defRPr sz="1650" b="1">
                <ns1:solidFill>
                  <ns1:srgbClr val="FFFFFF"/>
                </ns1:solidFill>
              </ns1:defRPr>
            </ns1:lvl8pPr>
            <ns1:lvl9pPr algn="l">
              <ns1:defRPr sz="165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1650" b="1">
                <ns1:solidFill>
                  <ns1:srgbClr val="FFFFFF"/>
                </ns1:solidFill>
              </ns1:defRPr>
            </ns1:pPr>
            <ns1:r>
              <ns1:rPr sz="1650" b="1" lang="en-US">
                <ns1:solidFill>
                  <ns1:srgbClr val="FFFFFF"/>
                </ns1:solidFill>
              </ns1:rPr>
              <ns1:t>Handover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6D051672-8793-459B-8CE9-A533758C52F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143500"/>
            <ns1:ext cx="10001250" cy="619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650" b="0">
                <ns1:solidFill>
                  <ns1:srgbClr val="C6D0E1"/>
                </ns1:solidFill>
              </ns1:defRPr>
            </ns1:defPPr>
            <ns1:lvl1pPr algn="l">
              <ns1:defRPr sz="1650" b="0">
                <ns1:solidFill>
                  <ns1:srgbClr val="C6D0E1"/>
                </ns1:solidFill>
              </ns1:defRPr>
            </ns1:lvl1pPr>
            <ns1:lvl2pPr algn="l">
              <ns1:defRPr sz="1650" b="0">
                <ns1:solidFill>
                  <ns1:srgbClr val="C6D0E1"/>
                </ns1:solidFill>
              </ns1:defRPr>
            </ns1:lvl2pPr>
            <ns1:lvl3pPr algn="l">
              <ns1:defRPr sz="1650" b="0">
                <ns1:solidFill>
                  <ns1:srgbClr val="C6D0E1"/>
                </ns1:solidFill>
              </ns1:defRPr>
            </ns1:lvl3pPr>
            <ns1:lvl4pPr algn="l">
              <ns1:defRPr sz="1650" b="0">
                <ns1:solidFill>
                  <ns1:srgbClr val="C6D0E1"/>
                </ns1:solidFill>
              </ns1:defRPr>
            </ns1:lvl4pPr>
            <ns1:lvl5pPr algn="l">
              <ns1:defRPr sz="1650" b="0">
                <ns1:solidFill>
                  <ns1:srgbClr val="C6D0E1"/>
                </ns1:solidFill>
              </ns1:defRPr>
            </ns1:lvl5pPr>
            <ns1:lvl6pPr algn="l">
              <ns1:defRPr sz="1650" b="0">
                <ns1:solidFill>
                  <ns1:srgbClr val="C6D0E1"/>
                </ns1:solidFill>
              </ns1:defRPr>
            </ns1:lvl6pPr>
            <ns1:lvl7pPr algn="l">
              <ns1:defRPr sz="1650" b="0">
                <ns1:solidFill>
                  <ns1:srgbClr val="C6D0E1"/>
                </ns1:solidFill>
              </ns1:defRPr>
            </ns1:lvl7pPr>
            <ns1:lvl8pPr algn="l">
              <ns1:defRPr sz="1650" b="0">
                <ns1:solidFill>
                  <ns1:srgbClr val="C6D0E1"/>
                </ns1:solidFill>
              </ns1:defRPr>
            </ns1:lvl8pPr>
            <ns1:lvl9pPr algn="l">
              <ns1:defRPr sz="1650" b="0">
                <ns1:solidFill>
                  <ns1:srgbClr val="C6D0E1"/>
                </ns1:solidFill>
              </ns1:defRPr>
            </ns1:lvl9pPr>
          </ns1:lstStyle>
          <ns1:p>
            <ns1:pPr algn="l">
              <ns1:defRPr sz="1650" b="0">
                <ns1:solidFill>
                  <ns1:srgbClr val="C6D0E1"/>
                </ns1:solidFill>
              </ns1:defRPr>
            </ns1:pPr>
            <ns1:r>
              <ns1:rPr sz="1650" b="0" lang="en-US">
                <ns1:solidFill>
                  <ns1:srgbClr val="C6D0E1"/>
                </ns1:solidFill>
              </ns1:rPr>
              <ns1:t>Scope and deliverables are agreed before development.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AD4178D9-A47E-4FD1-AE08-C93C01A9BB2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9DA9BC"/>
                </ns1:solidFill>
              </ns1:defRPr>
            </ns1:defPPr>
            <ns1:lvl1pPr algn="l">
              <ns1:defRPr sz="900" b="1">
                <ns1:solidFill>
                  <ns1:srgbClr val="9DA9BC"/>
                </ns1:solidFill>
              </ns1:defRPr>
            </ns1:lvl1pPr>
            <ns1:lvl2pPr algn="l">
              <ns1:defRPr sz="900" b="1">
                <ns1:solidFill>
                  <ns1:srgbClr val="9DA9BC"/>
                </ns1:solidFill>
              </ns1:defRPr>
            </ns1:lvl2pPr>
            <ns1:lvl3pPr algn="l">
              <ns1:defRPr sz="900" b="1">
                <ns1:solidFill>
                  <ns1:srgbClr val="9DA9BC"/>
                </ns1:solidFill>
              </ns1:defRPr>
            </ns1:lvl3pPr>
            <ns1:lvl4pPr algn="l">
              <ns1:defRPr sz="900" b="1">
                <ns1:solidFill>
                  <ns1:srgbClr val="9DA9BC"/>
                </ns1:solidFill>
              </ns1:defRPr>
            </ns1:lvl4pPr>
            <ns1:lvl5pPr algn="l">
              <ns1:defRPr sz="900" b="1">
                <ns1:solidFill>
                  <ns1:srgbClr val="9DA9BC"/>
                </ns1:solidFill>
              </ns1:defRPr>
            </ns1:lvl5pPr>
            <ns1:lvl6pPr algn="l">
              <ns1:defRPr sz="900" b="1">
                <ns1:solidFill>
                  <ns1:srgbClr val="9DA9BC"/>
                </ns1:solidFill>
              </ns1:defRPr>
            </ns1:lvl6pPr>
            <ns1:lvl7pPr algn="l">
              <ns1:defRPr sz="900" b="1">
                <ns1:solidFill>
                  <ns1:srgbClr val="9DA9BC"/>
                </ns1:solidFill>
              </ns1:defRPr>
            </ns1:lvl7pPr>
            <ns1:lvl8pPr algn="l">
              <ns1:defRPr sz="900" b="1">
                <ns1:solidFill>
                  <ns1:srgbClr val="9DA9BC"/>
                </ns1:solidFill>
              </ns1:defRPr>
            </ns1:lvl8pPr>
            <ns1:lvl9pPr algn="l">
              <ns1:defRPr sz="900" b="1">
                <ns1:solidFill>
                  <ns1:srgbClr val="9DA9BC"/>
                </ns1:solidFill>
              </ns1:defRPr>
            </ns1:lvl9pPr>
          </ns1:lstStyle>
          <ns1:p>
            <ns1:pPr algn="l">
              <ns1:defRPr sz="900" b="1">
                <ns1:solidFill>
                  <ns1:srgbClr val="9DA9BC"/>
                </ns1:solidFill>
              </ns1:defRPr>
            </ns1:pPr>
            <ns1:r>
              <ns1:rPr sz="900" b="1" lang="en-US">
                <ns1:solidFill>
                  <ns1:srgbClr val="9DA9BC"/>
                </ns1:solidFill>
              </ns1:rPr>
              <ns1:t>KOPYTOV DIGITAL  /  PROPOSAL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D194F91D-133D-4AF8-A464-58E9B2EC9105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9DA9BC"/>
                </ns1:solidFill>
              </ns1:defRPr>
            </ns1:defPPr>
            <ns1:lvl1pPr algn="r">
              <ns1:defRPr sz="900" b="1">
                <ns1:solidFill>
                  <ns1:srgbClr val="9DA9BC"/>
                </ns1:solidFill>
              </ns1:defRPr>
            </ns1:lvl1pPr>
            <ns1:lvl2pPr algn="r">
              <ns1:defRPr sz="900" b="1">
                <ns1:solidFill>
                  <ns1:srgbClr val="9DA9BC"/>
                </ns1:solidFill>
              </ns1:defRPr>
            </ns1:lvl2pPr>
            <ns1:lvl3pPr algn="r">
              <ns1:defRPr sz="900" b="1">
                <ns1:solidFill>
                  <ns1:srgbClr val="9DA9BC"/>
                </ns1:solidFill>
              </ns1:defRPr>
            </ns1:lvl3pPr>
            <ns1:lvl4pPr algn="r">
              <ns1:defRPr sz="900" b="1">
                <ns1:solidFill>
                  <ns1:srgbClr val="9DA9BC"/>
                </ns1:solidFill>
              </ns1:defRPr>
            </ns1:lvl4pPr>
            <ns1:lvl5pPr algn="r">
              <ns1:defRPr sz="900" b="1">
                <ns1:solidFill>
                  <ns1:srgbClr val="9DA9BC"/>
                </ns1:solidFill>
              </ns1:defRPr>
            </ns1:lvl5pPr>
            <ns1:lvl6pPr algn="r">
              <ns1:defRPr sz="900" b="1">
                <ns1:solidFill>
                  <ns1:srgbClr val="9DA9BC"/>
                </ns1:solidFill>
              </ns1:defRPr>
            </ns1:lvl6pPr>
            <ns1:lvl7pPr algn="r">
              <ns1:defRPr sz="900" b="1">
                <ns1:solidFill>
                  <ns1:srgbClr val="9DA9BC"/>
                </ns1:solidFill>
              </ns1:defRPr>
            </ns1:lvl7pPr>
            <ns1:lvl8pPr algn="r">
              <ns1:defRPr sz="900" b="1">
                <ns1:solidFill>
                  <ns1:srgbClr val="9DA9BC"/>
                </ns1:solidFill>
              </ns1:defRPr>
            </ns1:lvl8pPr>
            <ns1:lvl9pPr algn="r">
              <ns1:defRPr sz="900" b="1">
                <ns1:solidFill>
                  <ns1:srgbClr val="9DA9BC"/>
                </ns1:solidFill>
              </ns1:defRPr>
            </ns1:lvl9pPr>
          </ns1:lstStyle>
          <ns1:p>
            <ns1:pPr algn="r">
              <ns1:defRPr sz="900" b="1">
                <ns1:solidFill>
                  <ns1:srgbClr val="9DA9BC"/>
                </ns1:solidFill>
              </ns1:defRPr>
            </ns1:pPr>
            <ns1:r>
              <ns1:rPr sz="900" b="1" lang="en-US">
                <ns1:solidFill>
                  <ns1:srgbClr val="9DA9BC"/>
                </ns1:solidFill>
              </ns1:rPr>
              <ns1:t>04</ns1:t>
            </ns1:r>
          </ns1:p>
        </ns0:txBody>
      </ns0:sp>
    </ns0:spTree>
    <ns0:extLst>
      <ns0:ext uri="{BB962C8B-B14F-4D97-AF65-F5344CB8AC3E}">
        <ns3:creationId val="1896047586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5F7FB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8" name="">
            <ns1:extLst>
              <ns1:ext uri="{FF2B5EF4-FFF2-40B4-BE49-F238E27FC236}">
                <ns2:creationId id="{98F681BA-3008-4AF6-9458-B85F0914DA1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3810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en-US">
                <ns1:solidFill>
                  <ns1:srgbClr val="246BFD"/>
                </ns1:solidFill>
              </ns1:rPr>
              <ns1:t>DELIVERABLES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663F58F0-D1A8-4F2B-979B-9E5AC9F6A96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51C2B"/>
                </ns1:solidFill>
              </ns1:defRPr>
            </ns1:defPPr>
            <ns1:lvl1pPr algn="l">
              <ns1:defRPr sz="3150" b="1">
                <ns1:solidFill>
                  <ns1:srgbClr val="151C2B"/>
                </ns1:solidFill>
              </ns1:defRPr>
            </ns1:lvl1pPr>
            <ns1:lvl2pPr algn="l">
              <ns1:defRPr sz="3150" b="1">
                <ns1:solidFill>
                  <ns1:srgbClr val="151C2B"/>
                </ns1:solidFill>
              </ns1:defRPr>
            </ns1:lvl2pPr>
            <ns1:lvl3pPr algn="l">
              <ns1:defRPr sz="3150" b="1">
                <ns1:solidFill>
                  <ns1:srgbClr val="151C2B"/>
                </ns1:solidFill>
              </ns1:defRPr>
            </ns1:lvl3pPr>
            <ns1:lvl4pPr algn="l">
              <ns1:defRPr sz="3150" b="1">
                <ns1:solidFill>
                  <ns1:srgbClr val="151C2B"/>
                </ns1:solidFill>
              </ns1:defRPr>
            </ns1:lvl4pPr>
            <ns1:lvl5pPr algn="l">
              <ns1:defRPr sz="3150" b="1">
                <ns1:solidFill>
                  <ns1:srgbClr val="151C2B"/>
                </ns1:solidFill>
              </ns1:defRPr>
            </ns1:lvl5pPr>
            <ns1:lvl6pPr algn="l">
              <ns1:defRPr sz="3150" b="1">
                <ns1:solidFill>
                  <ns1:srgbClr val="151C2B"/>
                </ns1:solidFill>
              </ns1:defRPr>
            </ns1:lvl6pPr>
            <ns1:lvl7pPr algn="l">
              <ns1:defRPr sz="3150" b="1">
                <ns1:solidFill>
                  <ns1:srgbClr val="151C2B"/>
                </ns1:solidFill>
              </ns1:defRPr>
            </ns1:lvl7pPr>
            <ns1:lvl8pPr algn="l">
              <ns1:defRPr sz="3150" b="1">
                <ns1:solidFill>
                  <ns1:srgbClr val="151C2B"/>
                </ns1:solidFill>
              </ns1:defRPr>
            </ns1:lvl8pPr>
            <ns1:lvl9pPr algn="l">
              <ns1:defRPr sz="3150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51C2B"/>
                </ns1:solidFill>
              </ns1:defRPr>
            </ns1:pPr>
            <ns1:r>
              <ns1:rPr sz="3150" b="1" lang="en-US">
                <ns1:solidFill>
                  <ns1:srgbClr val="151C2B"/>
                </ns1:solidFill>
              </ns1:rPr>
              <ns1:t>What the client receives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31EE5611-4B37-4D58-BC60-D8F9E86E337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99060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8748A"/>
                </ns1:solidFill>
              </ns1:defRPr>
            </ns1:defPPr>
            <ns1:lvl1pPr algn="l">
              <ns1:defRPr sz="1500" b="0">
                <ns1:solidFill>
                  <ns1:srgbClr val="68748A"/>
                </ns1:solidFill>
              </ns1:defRPr>
            </ns1:lvl1pPr>
            <ns1:lvl2pPr algn="l">
              <ns1:defRPr sz="1500" b="0">
                <ns1:solidFill>
                  <ns1:srgbClr val="68748A"/>
                </ns1:solidFill>
              </ns1:defRPr>
            </ns1:lvl2pPr>
            <ns1:lvl3pPr algn="l">
              <ns1:defRPr sz="1500" b="0">
                <ns1:solidFill>
                  <ns1:srgbClr val="68748A"/>
                </ns1:solidFill>
              </ns1:defRPr>
            </ns1:lvl3pPr>
            <ns1:lvl4pPr algn="l">
              <ns1:defRPr sz="1500" b="0">
                <ns1:solidFill>
                  <ns1:srgbClr val="68748A"/>
                </ns1:solidFill>
              </ns1:defRPr>
            </ns1:lvl4pPr>
            <ns1:lvl5pPr algn="l">
              <ns1:defRPr sz="1500" b="0">
                <ns1:solidFill>
                  <ns1:srgbClr val="68748A"/>
                </ns1:solidFill>
              </ns1:defRPr>
            </ns1:lvl5pPr>
            <ns1:lvl6pPr algn="l">
              <ns1:defRPr sz="1500" b="0">
                <ns1:solidFill>
                  <ns1:srgbClr val="68748A"/>
                </ns1:solidFill>
              </ns1:defRPr>
            </ns1:lvl6pPr>
            <ns1:lvl7pPr algn="l">
              <ns1:defRPr sz="1500" b="0">
                <ns1:solidFill>
                  <ns1:srgbClr val="68748A"/>
                </ns1:solidFill>
              </ns1:defRPr>
            </ns1:lvl7pPr>
            <ns1:lvl8pPr algn="l">
              <ns1:defRPr sz="1500" b="0">
                <ns1:solidFill>
                  <ns1:srgbClr val="68748A"/>
                </ns1:solidFill>
              </ns1:defRPr>
            </ns1:lvl8pPr>
            <ns1:lvl9pPr algn="l">
              <ns1:defRPr sz="150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500" b="0">
                <ns1:solidFill>
                  <ns1:srgbClr val="68748A"/>
                </ns1:solidFill>
              </ns1:defRPr>
            </ns1:pPr>
            <ns1:r>
              <ns1:rPr sz="1500" b="0" lang="en-US">
                <ns1:solidFill>
                  <ns1:srgbClr val="68748A"/>
                </ns1:solidFill>
              </ns1:rPr>
              <ns1:t>A digital product within the agreed scope.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74C30B55-FB79-42FE-9053-C6D01CAB083A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714625"/>
            <ns1:ext cx="33337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246BFD"/>
                </ns1:solidFill>
              </ns1:defRPr>
            </ns1:defPPr>
            <ns1:lvl1pPr algn="l">
              <ns1:defRPr sz="1500" b="1">
                <ns1:solidFill>
                  <ns1:srgbClr val="246BFD"/>
                </ns1:solidFill>
              </ns1:defRPr>
            </ns1:lvl1pPr>
            <ns1:lvl2pPr algn="l">
              <ns1:defRPr sz="1500" b="1">
                <ns1:solidFill>
                  <ns1:srgbClr val="246BFD"/>
                </ns1:solidFill>
              </ns1:defRPr>
            </ns1:lvl2pPr>
            <ns1:lvl3pPr algn="l">
              <ns1:defRPr sz="1500" b="1">
                <ns1:solidFill>
                  <ns1:srgbClr val="246BFD"/>
                </ns1:solidFill>
              </ns1:defRPr>
            </ns1:lvl3pPr>
            <ns1:lvl4pPr algn="l">
              <ns1:defRPr sz="1500" b="1">
                <ns1:solidFill>
                  <ns1:srgbClr val="246BFD"/>
                </ns1:solidFill>
              </ns1:defRPr>
            </ns1:lvl4pPr>
            <ns1:lvl5pPr algn="l">
              <ns1:defRPr sz="1500" b="1">
                <ns1:solidFill>
                  <ns1:srgbClr val="246BFD"/>
                </ns1:solidFill>
              </ns1:defRPr>
            </ns1:lvl5pPr>
            <ns1:lvl6pPr algn="l">
              <ns1:defRPr sz="1500" b="1">
                <ns1:solidFill>
                  <ns1:srgbClr val="246BFD"/>
                </ns1:solidFill>
              </ns1:defRPr>
            </ns1:lvl6pPr>
            <ns1:lvl7pPr algn="l">
              <ns1:defRPr sz="1500" b="1">
                <ns1:solidFill>
                  <ns1:srgbClr val="246BFD"/>
                </ns1:solidFill>
              </ns1:defRPr>
            </ns1:lvl7pPr>
            <ns1:lvl8pPr algn="l">
              <ns1:defRPr sz="1500" b="1">
                <ns1:solidFill>
                  <ns1:srgbClr val="246BFD"/>
                </ns1:solidFill>
              </ns1:defRPr>
            </ns1:lvl8pPr>
            <ns1:lvl9pPr algn="l">
              <ns1:defRPr sz="15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500" b="1">
                <ns1:solidFill>
                  <ns1:srgbClr val="246BFD"/>
                </ns1:solidFill>
              </ns1:defRPr>
            </ns1:pPr>
            <ns1:r>
              <ns1:rPr sz="1500" b="1" lang="en-US">
                <ns1:solidFill>
                  <ns1:srgbClr val="246BFD"/>
                </ns1:solidFill>
              </ns1:rPr>
              <ns1:t>●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3B31341E-9F35-4055-89EB-F196B515492F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2667000"/>
            <ns1:ext cx="4286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en-US">
                <ns1:solidFill>
                  <ns1:srgbClr val="151C2B"/>
                </ns1:solidFill>
              </ns1:rPr>
              <ns1:t>Responsive interface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985F8BF7-D4F4-4D90-A748-B3457C4D59ED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3057525"/>
            <ns1:ext cx="428625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8748A"/>
                </ns1:solidFill>
              </ns1:defRPr>
            </ns1:defPPr>
            <ns1:lvl1pPr algn="l">
              <ns1:defRPr sz="1350" b="0">
                <ns1:solidFill>
                  <ns1:srgbClr val="68748A"/>
                </ns1:solidFill>
              </ns1:defRPr>
            </ns1:lvl1pPr>
            <ns1:lvl2pPr algn="l">
              <ns1:defRPr sz="1350" b="0">
                <ns1:solidFill>
                  <ns1:srgbClr val="68748A"/>
                </ns1:solidFill>
              </ns1:defRPr>
            </ns1:lvl2pPr>
            <ns1:lvl3pPr algn="l">
              <ns1:defRPr sz="1350" b="0">
                <ns1:solidFill>
                  <ns1:srgbClr val="68748A"/>
                </ns1:solidFill>
              </ns1:defRPr>
            </ns1:lvl3pPr>
            <ns1:lvl4pPr algn="l">
              <ns1:defRPr sz="1350" b="0">
                <ns1:solidFill>
                  <ns1:srgbClr val="68748A"/>
                </ns1:solidFill>
              </ns1:defRPr>
            </ns1:lvl4pPr>
            <ns1:lvl5pPr algn="l">
              <ns1:defRPr sz="1350" b="0">
                <ns1:solidFill>
                  <ns1:srgbClr val="68748A"/>
                </ns1:solidFill>
              </ns1:defRPr>
            </ns1:lvl5pPr>
            <ns1:lvl6pPr algn="l">
              <ns1:defRPr sz="1350" b="0">
                <ns1:solidFill>
                  <ns1:srgbClr val="68748A"/>
                </ns1:solidFill>
              </ns1:defRPr>
            </ns1:lvl6pPr>
            <ns1:lvl7pPr algn="l">
              <ns1:defRPr sz="1350" b="0">
                <ns1:solidFill>
                  <ns1:srgbClr val="68748A"/>
                </ns1:solidFill>
              </ns1:defRPr>
            </ns1:lvl7pPr>
            <ns1:lvl8pPr algn="l">
              <ns1:defRPr sz="1350" b="0">
                <ns1:solidFill>
                  <ns1:srgbClr val="68748A"/>
                </ns1:solidFill>
              </ns1:defRPr>
            </ns1:lvl8pPr>
            <ns1:lvl9pPr algn="l">
              <ns1:defRPr sz="135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350" b="0">
                <ns1:solidFill>
                  <ns1:srgbClr val="68748A"/>
                </ns1:solidFill>
              </ns1:defRPr>
            </ns1:pPr>
            <ns1:r>
              <ns1:rPr sz="1350" b="0" lang="en-US">
                <ns1:solidFill>
                  <ns1:srgbClr val="68748A"/>
                </ns1:solidFill>
              </ns1:rPr>
              <ns1:t>Works on desktop and mobile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A55CB1B1-299D-4A49-9D62-09924C7C1DA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2714625"/>
            <ns1:ext cx="33337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246BFD"/>
                </ns1:solidFill>
              </ns1:defRPr>
            </ns1:defPPr>
            <ns1:lvl1pPr algn="l">
              <ns1:defRPr sz="1500" b="1">
                <ns1:solidFill>
                  <ns1:srgbClr val="246BFD"/>
                </ns1:solidFill>
              </ns1:defRPr>
            </ns1:lvl1pPr>
            <ns1:lvl2pPr algn="l">
              <ns1:defRPr sz="1500" b="1">
                <ns1:solidFill>
                  <ns1:srgbClr val="246BFD"/>
                </ns1:solidFill>
              </ns1:defRPr>
            </ns1:lvl2pPr>
            <ns1:lvl3pPr algn="l">
              <ns1:defRPr sz="1500" b="1">
                <ns1:solidFill>
                  <ns1:srgbClr val="246BFD"/>
                </ns1:solidFill>
              </ns1:defRPr>
            </ns1:lvl3pPr>
            <ns1:lvl4pPr algn="l">
              <ns1:defRPr sz="1500" b="1">
                <ns1:solidFill>
                  <ns1:srgbClr val="246BFD"/>
                </ns1:solidFill>
              </ns1:defRPr>
            </ns1:lvl4pPr>
            <ns1:lvl5pPr algn="l">
              <ns1:defRPr sz="1500" b="1">
                <ns1:solidFill>
                  <ns1:srgbClr val="246BFD"/>
                </ns1:solidFill>
              </ns1:defRPr>
            </ns1:lvl5pPr>
            <ns1:lvl6pPr algn="l">
              <ns1:defRPr sz="1500" b="1">
                <ns1:solidFill>
                  <ns1:srgbClr val="246BFD"/>
                </ns1:solidFill>
              </ns1:defRPr>
            </ns1:lvl6pPr>
            <ns1:lvl7pPr algn="l">
              <ns1:defRPr sz="1500" b="1">
                <ns1:solidFill>
                  <ns1:srgbClr val="246BFD"/>
                </ns1:solidFill>
              </ns1:defRPr>
            </ns1:lvl7pPr>
            <ns1:lvl8pPr algn="l">
              <ns1:defRPr sz="1500" b="1">
                <ns1:solidFill>
                  <ns1:srgbClr val="246BFD"/>
                </ns1:solidFill>
              </ns1:defRPr>
            </ns1:lvl8pPr>
            <ns1:lvl9pPr algn="l">
              <ns1:defRPr sz="15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500" b="1">
                <ns1:solidFill>
                  <ns1:srgbClr val="246BFD"/>
                </ns1:solidFill>
              </ns1:defRPr>
            </ns1:pPr>
            <ns1:r>
              <ns1:rPr sz="1500" b="1" lang="en-US">
                <ns1:solidFill>
                  <ns1:srgbClr val="246BFD"/>
                </ns1:solidFill>
              </ns1:rPr>
              <ns1:t>●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71B8307-024B-4B3A-BE55-EF85852D8950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2667000"/>
            <ns1:ext cx="4286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en-US">
                <ns1:solidFill>
                  <ns1:srgbClr val="151C2B"/>
                </ns1:solidFill>
              </ns1:rPr>
              <ns1:t>Configured features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1C2A89F4-E0CA-4511-88AF-75358A0016A9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3057525"/>
            <ns1:ext cx="428625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8748A"/>
                </ns1:solidFill>
              </ns1:defRPr>
            </ns1:defPPr>
            <ns1:lvl1pPr algn="l">
              <ns1:defRPr sz="1350" b="0">
                <ns1:solidFill>
                  <ns1:srgbClr val="68748A"/>
                </ns1:solidFill>
              </ns1:defRPr>
            </ns1:lvl1pPr>
            <ns1:lvl2pPr algn="l">
              <ns1:defRPr sz="1350" b="0">
                <ns1:solidFill>
                  <ns1:srgbClr val="68748A"/>
                </ns1:solidFill>
              </ns1:defRPr>
            </ns1:lvl2pPr>
            <ns1:lvl3pPr algn="l">
              <ns1:defRPr sz="1350" b="0">
                <ns1:solidFill>
                  <ns1:srgbClr val="68748A"/>
                </ns1:solidFill>
              </ns1:defRPr>
            </ns1:lvl3pPr>
            <ns1:lvl4pPr algn="l">
              <ns1:defRPr sz="1350" b="0">
                <ns1:solidFill>
                  <ns1:srgbClr val="68748A"/>
                </ns1:solidFill>
              </ns1:defRPr>
            </ns1:lvl4pPr>
            <ns1:lvl5pPr algn="l">
              <ns1:defRPr sz="1350" b="0">
                <ns1:solidFill>
                  <ns1:srgbClr val="68748A"/>
                </ns1:solidFill>
              </ns1:defRPr>
            </ns1:lvl5pPr>
            <ns1:lvl6pPr algn="l">
              <ns1:defRPr sz="1350" b="0">
                <ns1:solidFill>
                  <ns1:srgbClr val="68748A"/>
                </ns1:solidFill>
              </ns1:defRPr>
            </ns1:lvl6pPr>
            <ns1:lvl7pPr algn="l">
              <ns1:defRPr sz="1350" b="0">
                <ns1:solidFill>
                  <ns1:srgbClr val="68748A"/>
                </ns1:solidFill>
              </ns1:defRPr>
            </ns1:lvl7pPr>
            <ns1:lvl8pPr algn="l">
              <ns1:defRPr sz="1350" b="0">
                <ns1:solidFill>
                  <ns1:srgbClr val="68748A"/>
                </ns1:solidFill>
              </ns1:defRPr>
            </ns1:lvl8pPr>
            <ns1:lvl9pPr algn="l">
              <ns1:defRPr sz="135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350" b="0">
                <ns1:solidFill>
                  <ns1:srgbClr val="68748A"/>
                </ns1:solidFill>
              </ns1:defRPr>
            </ns1:pPr>
            <ns1:r>
              <ns1:rPr sz="1350" b="0" lang="en-US">
                <ns1:solidFill>
                  <ns1:srgbClr val="68748A"/>
                </ns1:solidFill>
              </ns1:rPr>
              <ns1:t>Forms and flows are tested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69B79847-8E2F-4628-B10D-F0EE3956C908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381500"/>
            <ns1:ext cx="33337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246BFD"/>
                </ns1:solidFill>
              </ns1:defRPr>
            </ns1:defPPr>
            <ns1:lvl1pPr algn="l">
              <ns1:defRPr sz="1500" b="1">
                <ns1:solidFill>
                  <ns1:srgbClr val="246BFD"/>
                </ns1:solidFill>
              </ns1:defRPr>
            </ns1:lvl1pPr>
            <ns1:lvl2pPr algn="l">
              <ns1:defRPr sz="1500" b="1">
                <ns1:solidFill>
                  <ns1:srgbClr val="246BFD"/>
                </ns1:solidFill>
              </ns1:defRPr>
            </ns1:lvl2pPr>
            <ns1:lvl3pPr algn="l">
              <ns1:defRPr sz="1500" b="1">
                <ns1:solidFill>
                  <ns1:srgbClr val="246BFD"/>
                </ns1:solidFill>
              </ns1:defRPr>
            </ns1:lvl3pPr>
            <ns1:lvl4pPr algn="l">
              <ns1:defRPr sz="1500" b="1">
                <ns1:solidFill>
                  <ns1:srgbClr val="246BFD"/>
                </ns1:solidFill>
              </ns1:defRPr>
            </ns1:lvl4pPr>
            <ns1:lvl5pPr algn="l">
              <ns1:defRPr sz="1500" b="1">
                <ns1:solidFill>
                  <ns1:srgbClr val="246BFD"/>
                </ns1:solidFill>
              </ns1:defRPr>
            </ns1:lvl5pPr>
            <ns1:lvl6pPr algn="l">
              <ns1:defRPr sz="1500" b="1">
                <ns1:solidFill>
                  <ns1:srgbClr val="246BFD"/>
                </ns1:solidFill>
              </ns1:defRPr>
            </ns1:lvl6pPr>
            <ns1:lvl7pPr algn="l">
              <ns1:defRPr sz="1500" b="1">
                <ns1:solidFill>
                  <ns1:srgbClr val="246BFD"/>
                </ns1:solidFill>
              </ns1:defRPr>
            </ns1:lvl7pPr>
            <ns1:lvl8pPr algn="l">
              <ns1:defRPr sz="1500" b="1">
                <ns1:solidFill>
                  <ns1:srgbClr val="246BFD"/>
                </ns1:solidFill>
              </ns1:defRPr>
            </ns1:lvl8pPr>
            <ns1:lvl9pPr algn="l">
              <ns1:defRPr sz="150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500" b="1">
                <ns1:solidFill>
                  <ns1:srgbClr val="246BFD"/>
                </ns1:solidFill>
              </ns1:defRPr>
            </ns1:pPr>
            <ns1:r>
              <ns1:rPr sz="1500" b="1" lang="en-US">
                <ns1:solidFill>
                  <ns1:srgbClr val="246BFD"/>
                </ns1:solidFill>
              </ns1:rPr>
              <ns1:t>●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9739A581-86FE-4567-91B6-04B71DD36CCA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4333875"/>
            <ns1:ext cx="4286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en-US">
                <ns1:solidFill>
                  <ns1:srgbClr val="151C2B"/>
                </ns1:solidFill>
              </ns1:rPr>
              <ns1:t>Source files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78866DDC-EFBE-4153-9C3F-AE5612D5B060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4724400"/>
            <ns1:ext cx="428625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8748A"/>
                </ns1:solidFill>
              </ns1:defRPr>
            </ns1:defPPr>
            <ns1:lvl1pPr algn="l">
              <ns1:defRPr sz="1350" b="0">
                <ns1:solidFill>
                  <ns1:srgbClr val="68748A"/>
                </ns1:solidFill>
              </ns1:defRPr>
            </ns1:lvl1pPr>
            <ns1:lvl2pPr algn="l">
              <ns1:defRPr sz="1350" b="0">
                <ns1:solidFill>
                  <ns1:srgbClr val="68748A"/>
                </ns1:solidFill>
              </ns1:defRPr>
            </ns1:lvl2pPr>
            <ns1:lvl3pPr algn="l">
              <ns1:defRPr sz="1350" b="0">
                <ns1:solidFill>
                  <ns1:srgbClr val="68748A"/>
                </ns1:solidFill>
              </ns1:defRPr>
            </ns1:lvl3pPr>
            <ns1:lvl4pPr algn="l">
              <ns1:defRPr sz="1350" b="0">
                <ns1:solidFill>
                  <ns1:srgbClr val="68748A"/>
                </ns1:solidFill>
              </ns1:defRPr>
            </ns1:lvl4pPr>
            <ns1:lvl5pPr algn="l">
              <ns1:defRPr sz="1350" b="0">
                <ns1:solidFill>
                  <ns1:srgbClr val="68748A"/>
                </ns1:solidFill>
              </ns1:defRPr>
            </ns1:lvl5pPr>
            <ns1:lvl6pPr algn="l">
              <ns1:defRPr sz="1350" b="0">
                <ns1:solidFill>
                  <ns1:srgbClr val="68748A"/>
                </ns1:solidFill>
              </ns1:defRPr>
            </ns1:lvl6pPr>
            <ns1:lvl7pPr algn="l">
              <ns1:defRPr sz="1350" b="0">
                <ns1:solidFill>
                  <ns1:srgbClr val="68748A"/>
                </ns1:solidFill>
              </ns1:defRPr>
            </ns1:lvl7pPr>
            <ns1:lvl8pPr algn="l">
              <ns1:defRPr sz="1350" b="0">
                <ns1:solidFill>
                  <ns1:srgbClr val="68748A"/>
                </ns1:solidFill>
              </ns1:defRPr>
            </ns1:lvl8pPr>
            <ns1:lvl9pPr algn="l">
              <ns1:defRPr sz="135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350" b="0">
                <ns1:solidFill>
                  <ns1:srgbClr val="68748A"/>
                </ns1:solidFill>
              </ns1:defRPr>
            </ns1:pPr>
            <ns1:r>
              <ns1:rPr sz="1350" b="0" lang="en-US">
                <ns1:solidFill>
                  <ns1:srgbClr val="68748A"/>
                </ns1:solidFill>
              </ns1:rPr>
              <ns1:t>Code and a short guide are handed over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9333C1EF-52FB-412C-8733-7EB124EF51C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0" y="4381500"/>
            <ns1:ext cx="33337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1">
                <ns1:solidFill>
                  <ns1:srgbClr val="F47B61"/>
                </ns1:solidFill>
              </ns1:defRPr>
            </ns1:defPPr>
            <ns1:lvl1pPr algn="l">
              <ns1:defRPr sz="1500" b="1">
                <ns1:solidFill>
                  <ns1:srgbClr val="F47B61"/>
                </ns1:solidFill>
              </ns1:defRPr>
            </ns1:lvl1pPr>
            <ns1:lvl2pPr algn="l">
              <ns1:defRPr sz="1500" b="1">
                <ns1:solidFill>
                  <ns1:srgbClr val="F47B61"/>
                </ns1:solidFill>
              </ns1:defRPr>
            </ns1:lvl2pPr>
            <ns1:lvl3pPr algn="l">
              <ns1:defRPr sz="1500" b="1">
                <ns1:solidFill>
                  <ns1:srgbClr val="F47B61"/>
                </ns1:solidFill>
              </ns1:defRPr>
            </ns1:lvl3pPr>
            <ns1:lvl4pPr algn="l">
              <ns1:defRPr sz="1500" b="1">
                <ns1:solidFill>
                  <ns1:srgbClr val="F47B61"/>
                </ns1:solidFill>
              </ns1:defRPr>
            </ns1:lvl4pPr>
            <ns1:lvl5pPr algn="l">
              <ns1:defRPr sz="1500" b="1">
                <ns1:solidFill>
                  <ns1:srgbClr val="F47B61"/>
                </ns1:solidFill>
              </ns1:defRPr>
            </ns1:lvl5pPr>
            <ns1:lvl6pPr algn="l">
              <ns1:defRPr sz="1500" b="1">
                <ns1:solidFill>
                  <ns1:srgbClr val="F47B61"/>
                </ns1:solidFill>
              </ns1:defRPr>
            </ns1:lvl6pPr>
            <ns1:lvl7pPr algn="l">
              <ns1:defRPr sz="1500" b="1">
                <ns1:solidFill>
                  <ns1:srgbClr val="F47B61"/>
                </ns1:solidFill>
              </ns1:defRPr>
            </ns1:lvl7pPr>
            <ns1:lvl8pPr algn="l">
              <ns1:defRPr sz="1500" b="1">
                <ns1:solidFill>
                  <ns1:srgbClr val="F47B61"/>
                </ns1:solidFill>
              </ns1:defRPr>
            </ns1:lvl8pPr>
            <ns1:lvl9pPr algn="l">
              <ns1:defRPr sz="150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500" b="1">
                <ns1:solidFill>
                  <ns1:srgbClr val="F47B61"/>
                </ns1:solidFill>
              </ns1:defRPr>
            </ns1:pPr>
            <ns1:r>
              <ns1:rPr sz="1500" b="1" lang="en-US">
                <ns1:solidFill>
                  <ns1:srgbClr val="F47B61"/>
                </ns1:solidFill>
              </ns1:rPr>
              <ns1:t>●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404E6997-8D14-4CCE-9B20-269B5CD04A80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4333875"/>
            <ns1:ext cx="42862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1">
                <ns1:solidFill>
                  <ns1:srgbClr val="151C2B"/>
                </ns1:solidFill>
              </ns1:defRPr>
            </ns1:defPPr>
            <ns1:lvl1pPr algn="l">
              <ns1:defRPr sz="1725" b="1">
                <ns1:solidFill>
                  <ns1:srgbClr val="151C2B"/>
                </ns1:solidFill>
              </ns1:defRPr>
            </ns1:lvl1pPr>
            <ns1:lvl2pPr algn="l">
              <ns1:defRPr sz="1725" b="1">
                <ns1:solidFill>
                  <ns1:srgbClr val="151C2B"/>
                </ns1:solidFill>
              </ns1:defRPr>
            </ns1:lvl2pPr>
            <ns1:lvl3pPr algn="l">
              <ns1:defRPr sz="1725" b="1">
                <ns1:solidFill>
                  <ns1:srgbClr val="151C2B"/>
                </ns1:solidFill>
              </ns1:defRPr>
            </ns1:lvl3pPr>
            <ns1:lvl4pPr algn="l">
              <ns1:defRPr sz="1725" b="1">
                <ns1:solidFill>
                  <ns1:srgbClr val="151C2B"/>
                </ns1:solidFill>
              </ns1:defRPr>
            </ns1:lvl4pPr>
            <ns1:lvl5pPr algn="l">
              <ns1:defRPr sz="1725" b="1">
                <ns1:solidFill>
                  <ns1:srgbClr val="151C2B"/>
                </ns1:solidFill>
              </ns1:defRPr>
            </ns1:lvl5pPr>
            <ns1:lvl6pPr algn="l">
              <ns1:defRPr sz="1725" b="1">
                <ns1:solidFill>
                  <ns1:srgbClr val="151C2B"/>
                </ns1:solidFill>
              </ns1:defRPr>
            </ns1:lvl6pPr>
            <ns1:lvl7pPr algn="l">
              <ns1:defRPr sz="1725" b="1">
                <ns1:solidFill>
                  <ns1:srgbClr val="151C2B"/>
                </ns1:solidFill>
              </ns1:defRPr>
            </ns1:lvl7pPr>
            <ns1:lvl8pPr algn="l">
              <ns1:defRPr sz="1725" b="1">
                <ns1:solidFill>
                  <ns1:srgbClr val="151C2B"/>
                </ns1:solidFill>
              </ns1:defRPr>
            </ns1:lvl8pPr>
            <ns1:lvl9pPr algn="l">
              <ns1:defRPr sz="172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725" b="1">
                <ns1:solidFill>
                  <ns1:srgbClr val="151C2B"/>
                </ns1:solidFill>
              </ns1:defRPr>
            </ns1:pPr>
            <ns1:r>
              <ns1:rPr sz="1725" b="1" lang="en-US">
                <ns1:solidFill>
                  <ns1:srgbClr val="151C2B"/>
                </ns1:solidFill>
              </ns1:rPr>
              <ns1:t>Agreed scope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8C3002EF-5B6C-481C-8A81-6C26A60D4A78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4724400"/>
            <ns1:ext cx="428625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0">
                <ns1:solidFill>
                  <ns1:srgbClr val="68748A"/>
                </ns1:solidFill>
              </ns1:defRPr>
            </ns1:defPPr>
            <ns1:lvl1pPr algn="l">
              <ns1:defRPr sz="1350" b="0">
                <ns1:solidFill>
                  <ns1:srgbClr val="68748A"/>
                </ns1:solidFill>
              </ns1:defRPr>
            </ns1:lvl1pPr>
            <ns1:lvl2pPr algn="l">
              <ns1:defRPr sz="1350" b="0">
                <ns1:solidFill>
                  <ns1:srgbClr val="68748A"/>
                </ns1:solidFill>
              </ns1:defRPr>
            </ns1:lvl2pPr>
            <ns1:lvl3pPr algn="l">
              <ns1:defRPr sz="1350" b="0">
                <ns1:solidFill>
                  <ns1:srgbClr val="68748A"/>
                </ns1:solidFill>
              </ns1:defRPr>
            </ns1:lvl3pPr>
            <ns1:lvl4pPr algn="l">
              <ns1:defRPr sz="1350" b="0">
                <ns1:solidFill>
                  <ns1:srgbClr val="68748A"/>
                </ns1:solidFill>
              </ns1:defRPr>
            </ns1:lvl4pPr>
            <ns1:lvl5pPr algn="l">
              <ns1:defRPr sz="1350" b="0">
                <ns1:solidFill>
                  <ns1:srgbClr val="68748A"/>
                </ns1:solidFill>
              </ns1:defRPr>
            </ns1:lvl5pPr>
            <ns1:lvl6pPr algn="l">
              <ns1:defRPr sz="1350" b="0">
                <ns1:solidFill>
                  <ns1:srgbClr val="68748A"/>
                </ns1:solidFill>
              </ns1:defRPr>
            </ns1:lvl6pPr>
            <ns1:lvl7pPr algn="l">
              <ns1:defRPr sz="1350" b="0">
                <ns1:solidFill>
                  <ns1:srgbClr val="68748A"/>
                </ns1:solidFill>
              </ns1:defRPr>
            </ns1:lvl7pPr>
            <ns1:lvl8pPr algn="l">
              <ns1:defRPr sz="1350" b="0">
                <ns1:solidFill>
                  <ns1:srgbClr val="68748A"/>
                </ns1:solidFill>
              </ns1:defRPr>
            </ns1:lvl8pPr>
            <ns1:lvl9pPr algn="l">
              <ns1:defRPr sz="135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350" b="0">
                <ns1:solidFill>
                  <ns1:srgbClr val="68748A"/>
                </ns1:solidFill>
              </ns1:defRPr>
            </ns1:pPr>
            <ns1:r>
              <ns1:rPr sz="1350" b="0" lang="en-US">
                <ns1:solidFill>
                  <ns1:srgbClr val="68748A"/>
                </ns1:solidFill>
              </ns1:rPr>
              <ns1:t>Integrations agreed in advance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F5CDF0AD-DEC7-4A32-A9A0-3211899C1DBC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8748A"/>
                </ns1:solidFill>
              </ns1:defRPr>
            </ns1:defPPr>
            <ns1:lvl1pPr algn="l">
              <ns1:defRPr sz="900" b="1">
                <ns1:solidFill>
                  <ns1:srgbClr val="68748A"/>
                </ns1:solidFill>
              </ns1:defRPr>
            </ns1:lvl1pPr>
            <ns1:lvl2pPr algn="l">
              <ns1:defRPr sz="900" b="1">
                <ns1:solidFill>
                  <ns1:srgbClr val="68748A"/>
                </ns1:solidFill>
              </ns1:defRPr>
            </ns1:lvl2pPr>
            <ns1:lvl3pPr algn="l">
              <ns1:defRPr sz="900" b="1">
                <ns1:solidFill>
                  <ns1:srgbClr val="68748A"/>
                </ns1:solidFill>
              </ns1:defRPr>
            </ns1:lvl3pPr>
            <ns1:lvl4pPr algn="l">
              <ns1:defRPr sz="900" b="1">
                <ns1:solidFill>
                  <ns1:srgbClr val="68748A"/>
                </ns1:solidFill>
              </ns1:defRPr>
            </ns1:lvl4pPr>
            <ns1:lvl5pPr algn="l">
              <ns1:defRPr sz="900" b="1">
                <ns1:solidFill>
                  <ns1:srgbClr val="68748A"/>
                </ns1:solidFill>
              </ns1:defRPr>
            </ns1:lvl5pPr>
            <ns1:lvl6pPr algn="l">
              <ns1:defRPr sz="900" b="1">
                <ns1:solidFill>
                  <ns1:srgbClr val="68748A"/>
                </ns1:solidFill>
              </ns1:defRPr>
            </ns1:lvl6pPr>
            <ns1:lvl7pPr algn="l">
              <ns1:defRPr sz="900" b="1">
                <ns1:solidFill>
                  <ns1:srgbClr val="68748A"/>
                </ns1:solidFill>
              </ns1:defRPr>
            </ns1:lvl7pPr>
            <ns1:lvl8pPr algn="l">
              <ns1:defRPr sz="900" b="1">
                <ns1:solidFill>
                  <ns1:srgbClr val="68748A"/>
                </ns1:solidFill>
              </ns1:defRPr>
            </ns1:lvl8pPr>
            <ns1:lvl9pPr algn="l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l">
              <ns1:defRPr sz="900" b="1">
                <ns1:solidFill>
                  <ns1:srgbClr val="68748A"/>
                </ns1:solidFill>
              </ns1:defRPr>
            </ns1:pPr>
            <ns1:r>
              <ns1:rPr sz="900" b="1" lang="en-US">
                <ns1:solidFill>
                  <ns1:srgbClr val="68748A"/>
                </ns1:solidFill>
              </ns1:rPr>
              <ns1:t>KOPYTOV DIGITAL  /  PROPOSAL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AA159358-29B9-4087-975E-2BD084C10AE1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8748A"/>
                </ns1:solidFill>
              </ns1:defRPr>
            </ns1:defPPr>
            <ns1:lvl1pPr algn="r">
              <ns1:defRPr sz="900" b="1">
                <ns1:solidFill>
                  <ns1:srgbClr val="68748A"/>
                </ns1:solidFill>
              </ns1:defRPr>
            </ns1:lvl1pPr>
            <ns1:lvl2pPr algn="r">
              <ns1:defRPr sz="900" b="1">
                <ns1:solidFill>
                  <ns1:srgbClr val="68748A"/>
                </ns1:solidFill>
              </ns1:defRPr>
            </ns1:lvl2pPr>
            <ns1:lvl3pPr algn="r">
              <ns1:defRPr sz="900" b="1">
                <ns1:solidFill>
                  <ns1:srgbClr val="68748A"/>
                </ns1:solidFill>
              </ns1:defRPr>
            </ns1:lvl3pPr>
            <ns1:lvl4pPr algn="r">
              <ns1:defRPr sz="900" b="1">
                <ns1:solidFill>
                  <ns1:srgbClr val="68748A"/>
                </ns1:solidFill>
              </ns1:defRPr>
            </ns1:lvl4pPr>
            <ns1:lvl5pPr algn="r">
              <ns1:defRPr sz="900" b="1">
                <ns1:solidFill>
                  <ns1:srgbClr val="68748A"/>
                </ns1:solidFill>
              </ns1:defRPr>
            </ns1:lvl5pPr>
            <ns1:lvl6pPr algn="r">
              <ns1:defRPr sz="900" b="1">
                <ns1:solidFill>
                  <ns1:srgbClr val="68748A"/>
                </ns1:solidFill>
              </ns1:defRPr>
            </ns1:lvl6pPr>
            <ns1:lvl7pPr algn="r">
              <ns1:defRPr sz="900" b="1">
                <ns1:solidFill>
                  <ns1:srgbClr val="68748A"/>
                </ns1:solidFill>
              </ns1:defRPr>
            </ns1:lvl7pPr>
            <ns1:lvl8pPr algn="r">
              <ns1:defRPr sz="900" b="1">
                <ns1:solidFill>
                  <ns1:srgbClr val="68748A"/>
                </ns1:solidFill>
              </ns1:defRPr>
            </ns1:lvl8pPr>
            <ns1:lvl9pPr algn="r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r">
              <ns1:defRPr sz="900" b="1">
                <ns1:solidFill>
                  <ns1:srgbClr val="68748A"/>
                </ns1:solidFill>
              </ns1:defRPr>
            </ns1:pPr>
            <ns1:r>
              <ns1:rPr sz="900" b="1" lang="en-US">
                <ns1:solidFill>
                  <ns1:srgbClr val="68748A"/>
                </ns1:solidFill>
              </ns1:rPr>
              <ns1:t>05</ns1:t>
            </ns1:r>
          </ns1:p>
        </ns0:txBody>
      </ns0:sp>
    </ns0:spTree>
    <ns0:extLst>
      <ns0:ext uri="{BB962C8B-B14F-4D97-AF65-F5344CB8AC3E}">
        <ns3:creationId val="437045105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">
            <ns1:extLst>
              <ns1:ext uri="{FF2B5EF4-FFF2-40B4-BE49-F238E27FC236}">
                <ns2:creationId id="{57828E95-78F9-45FD-9CC7-0DA290CFD94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3810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050" b="1">
                <ns1:solidFill>
                  <ns1:srgbClr val="246BFD"/>
                </ns1:solidFill>
              </ns1:defRPr>
            </ns1:defPPr>
            <ns1:lvl1pPr algn="l">
              <ns1:defRPr sz="1050" b="1">
                <ns1:solidFill>
                  <ns1:srgbClr val="246BFD"/>
                </ns1:solidFill>
              </ns1:defRPr>
            </ns1:lvl1pPr>
            <ns1:lvl2pPr algn="l">
              <ns1:defRPr sz="1050" b="1">
                <ns1:solidFill>
                  <ns1:srgbClr val="246BFD"/>
                </ns1:solidFill>
              </ns1:defRPr>
            </ns1:lvl2pPr>
            <ns1:lvl3pPr algn="l">
              <ns1:defRPr sz="1050" b="1">
                <ns1:solidFill>
                  <ns1:srgbClr val="246BFD"/>
                </ns1:solidFill>
              </ns1:defRPr>
            </ns1:lvl3pPr>
            <ns1:lvl4pPr algn="l">
              <ns1:defRPr sz="1050" b="1">
                <ns1:solidFill>
                  <ns1:srgbClr val="246BFD"/>
                </ns1:solidFill>
              </ns1:defRPr>
            </ns1:lvl4pPr>
            <ns1:lvl5pPr algn="l">
              <ns1:defRPr sz="1050" b="1">
                <ns1:solidFill>
                  <ns1:srgbClr val="246BFD"/>
                </ns1:solidFill>
              </ns1:defRPr>
            </ns1:lvl5pPr>
            <ns1:lvl6pPr algn="l">
              <ns1:defRPr sz="1050" b="1">
                <ns1:solidFill>
                  <ns1:srgbClr val="246BFD"/>
                </ns1:solidFill>
              </ns1:defRPr>
            </ns1:lvl6pPr>
            <ns1:lvl7pPr algn="l">
              <ns1:defRPr sz="1050" b="1">
                <ns1:solidFill>
                  <ns1:srgbClr val="246BFD"/>
                </ns1:solidFill>
              </ns1:defRPr>
            </ns1:lvl7pPr>
            <ns1:lvl8pPr algn="l">
              <ns1:defRPr sz="1050" b="1">
                <ns1:solidFill>
                  <ns1:srgbClr val="246BFD"/>
                </ns1:solidFill>
              </ns1:defRPr>
            </ns1:lvl8pPr>
            <ns1:lvl9pPr algn="l">
              <ns1:defRPr sz="10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1050" b="1">
                <ns1:solidFill>
                  <ns1:srgbClr val="246BFD"/>
                </ns1:solidFill>
              </ns1:defRPr>
            </ns1:pPr>
            <ns1:r>
              <ns1:rPr sz="1050" b="1" lang="en-US">
                <ns1:solidFill>
                  <ns1:srgbClr val="246BFD"/>
                </ns1:solidFill>
              </ns1:rPr>
              <ns1:t>TERMS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173D7EA9-1BEC-4219-8B70-B0C0F16C0FB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838200"/>
            <ns1:ext cx="1066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151C2B"/>
                </ns1:solidFill>
              </ns1:defRPr>
            </ns1:defPPr>
            <ns1:lvl1pPr algn="l">
              <ns1:defRPr sz="3150" b="1">
                <ns1:solidFill>
                  <ns1:srgbClr val="151C2B"/>
                </ns1:solidFill>
              </ns1:defRPr>
            </ns1:lvl1pPr>
            <ns1:lvl2pPr algn="l">
              <ns1:defRPr sz="3150" b="1">
                <ns1:solidFill>
                  <ns1:srgbClr val="151C2B"/>
                </ns1:solidFill>
              </ns1:defRPr>
            </ns1:lvl2pPr>
            <ns1:lvl3pPr algn="l">
              <ns1:defRPr sz="3150" b="1">
                <ns1:solidFill>
                  <ns1:srgbClr val="151C2B"/>
                </ns1:solidFill>
              </ns1:defRPr>
            </ns1:lvl3pPr>
            <ns1:lvl4pPr algn="l">
              <ns1:defRPr sz="3150" b="1">
                <ns1:solidFill>
                  <ns1:srgbClr val="151C2B"/>
                </ns1:solidFill>
              </ns1:defRPr>
            </ns1:lvl4pPr>
            <ns1:lvl5pPr algn="l">
              <ns1:defRPr sz="3150" b="1">
                <ns1:solidFill>
                  <ns1:srgbClr val="151C2B"/>
                </ns1:solidFill>
              </ns1:defRPr>
            </ns1:lvl5pPr>
            <ns1:lvl6pPr algn="l">
              <ns1:defRPr sz="3150" b="1">
                <ns1:solidFill>
                  <ns1:srgbClr val="151C2B"/>
                </ns1:solidFill>
              </ns1:defRPr>
            </ns1:lvl6pPr>
            <ns1:lvl7pPr algn="l">
              <ns1:defRPr sz="3150" b="1">
                <ns1:solidFill>
                  <ns1:srgbClr val="151C2B"/>
                </ns1:solidFill>
              </ns1:defRPr>
            </ns1:lvl7pPr>
            <ns1:lvl8pPr algn="l">
              <ns1:defRPr sz="3150" b="1">
                <ns1:solidFill>
                  <ns1:srgbClr val="151C2B"/>
                </ns1:solidFill>
              </ns1:defRPr>
            </ns1:lvl8pPr>
            <ns1:lvl9pPr algn="l">
              <ns1:defRPr sz="3150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3150" b="1">
                <ns1:solidFill>
                  <ns1:srgbClr val="151C2B"/>
                </ns1:solidFill>
              </ns1:defRPr>
            </ns1:pPr>
            <ns1:r>
              <ns1:rPr sz="3150" b="1" lang="en-US">
                <ns1:solidFill>
                  <ns1:srgbClr val="151C2B"/>
                </ns1:solidFill>
              </ns1:rPr>
              <ns1:t>Illustrative package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393EF7AB-2DA3-4B5B-A451-1896281BC3E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733550"/>
            <ns1:ext cx="9906000" cy="495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00" b="0">
                <ns1:solidFill>
                  <ns1:srgbClr val="68748A"/>
                </ns1:solidFill>
              </ns1:defRPr>
            </ns1:defPPr>
            <ns1:lvl1pPr algn="l">
              <ns1:defRPr sz="1500" b="0">
                <ns1:solidFill>
                  <ns1:srgbClr val="68748A"/>
                </ns1:solidFill>
              </ns1:defRPr>
            </ns1:lvl1pPr>
            <ns1:lvl2pPr algn="l">
              <ns1:defRPr sz="1500" b="0">
                <ns1:solidFill>
                  <ns1:srgbClr val="68748A"/>
                </ns1:solidFill>
              </ns1:defRPr>
            </ns1:lvl2pPr>
            <ns1:lvl3pPr algn="l">
              <ns1:defRPr sz="1500" b="0">
                <ns1:solidFill>
                  <ns1:srgbClr val="68748A"/>
                </ns1:solidFill>
              </ns1:defRPr>
            </ns1:lvl3pPr>
            <ns1:lvl4pPr algn="l">
              <ns1:defRPr sz="1500" b="0">
                <ns1:solidFill>
                  <ns1:srgbClr val="68748A"/>
                </ns1:solidFill>
              </ns1:defRPr>
            </ns1:lvl4pPr>
            <ns1:lvl5pPr algn="l">
              <ns1:defRPr sz="1500" b="0">
                <ns1:solidFill>
                  <ns1:srgbClr val="68748A"/>
                </ns1:solidFill>
              </ns1:defRPr>
            </ns1:lvl5pPr>
            <ns1:lvl6pPr algn="l">
              <ns1:defRPr sz="1500" b="0">
                <ns1:solidFill>
                  <ns1:srgbClr val="68748A"/>
                </ns1:solidFill>
              </ns1:defRPr>
            </ns1:lvl6pPr>
            <ns1:lvl7pPr algn="l">
              <ns1:defRPr sz="1500" b="0">
                <ns1:solidFill>
                  <ns1:srgbClr val="68748A"/>
                </ns1:solidFill>
              </ns1:defRPr>
            </ns1:lvl7pPr>
            <ns1:lvl8pPr algn="l">
              <ns1:defRPr sz="1500" b="0">
                <ns1:solidFill>
                  <ns1:srgbClr val="68748A"/>
                </ns1:solidFill>
              </ns1:defRPr>
            </ns1:lvl8pPr>
            <ns1:lvl9pPr algn="l">
              <ns1:defRPr sz="1500" b="0">
                <ns1:solidFill>
                  <ns1:srgbClr val="68748A"/>
                </ns1:solidFill>
              </ns1:defRPr>
            </ns1:lvl9pPr>
          </ns1:lstStyle>
          <ns1:p>
            <ns1:pPr algn="l">
              <ns1:defRPr sz="1500" b="0">
                <ns1:solidFill>
                  <ns1:srgbClr val="68748A"/>
                </ns1:solidFill>
              </ns1:defRPr>
            </ns1:pPr>
            <ns1:r>
              <ns1:rPr sz="1500" b="0" lang="en-US">
                <ns1:solidFill>
                  <ns1:srgbClr val="68748A"/>
                </ns1:solidFill>
              </ns1:rPr>
              <ns1:t>Final estimate depends on features and integrations.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58B499B8-22BF-4A8C-80FE-0529A71C120F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857500"/>
            <ns1:ext cx="43815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68748A"/>
                </ns1:solidFill>
              </ns1:defRPr>
            </ns1:defPPr>
            <ns1:lvl1pPr algn="l">
              <ns1:defRPr sz="1200" b="1">
                <ns1:solidFill>
                  <ns1:srgbClr val="68748A"/>
                </ns1:solidFill>
              </ns1:defRPr>
            </ns1:lvl1pPr>
            <ns1:lvl2pPr algn="l">
              <ns1:defRPr sz="1200" b="1">
                <ns1:solidFill>
                  <ns1:srgbClr val="68748A"/>
                </ns1:solidFill>
              </ns1:defRPr>
            </ns1:lvl2pPr>
            <ns1:lvl3pPr algn="l">
              <ns1:defRPr sz="1200" b="1">
                <ns1:solidFill>
                  <ns1:srgbClr val="68748A"/>
                </ns1:solidFill>
              </ns1:defRPr>
            </ns1:lvl3pPr>
            <ns1:lvl4pPr algn="l">
              <ns1:defRPr sz="1200" b="1">
                <ns1:solidFill>
                  <ns1:srgbClr val="68748A"/>
                </ns1:solidFill>
              </ns1:defRPr>
            </ns1:lvl4pPr>
            <ns1:lvl5pPr algn="l">
              <ns1:defRPr sz="1200" b="1">
                <ns1:solidFill>
                  <ns1:srgbClr val="68748A"/>
                </ns1:solidFill>
              </ns1:defRPr>
            </ns1:lvl5pPr>
            <ns1:lvl6pPr algn="l">
              <ns1:defRPr sz="1200" b="1">
                <ns1:solidFill>
                  <ns1:srgbClr val="68748A"/>
                </ns1:solidFill>
              </ns1:defRPr>
            </ns1:lvl6pPr>
            <ns1:lvl7pPr algn="l">
              <ns1:defRPr sz="1200" b="1">
                <ns1:solidFill>
                  <ns1:srgbClr val="68748A"/>
                </ns1:solidFill>
              </ns1:defRPr>
            </ns1:lvl7pPr>
            <ns1:lvl8pPr algn="l">
              <ns1:defRPr sz="1200" b="1">
                <ns1:solidFill>
                  <ns1:srgbClr val="68748A"/>
                </ns1:solidFill>
              </ns1:defRPr>
            </ns1:lvl8pPr>
            <ns1:lvl9pPr algn="l">
              <ns1:defRPr sz="1200" b="1">
                <ns1:solidFill>
                  <ns1:srgbClr val="68748A"/>
                </ns1:solidFill>
              </ns1:defRPr>
            </ns1:lvl9pPr>
          </ns1:lstStyle>
          <ns1:p>
            <ns1:pPr algn="l">
              <ns1:defRPr sz="1200" b="1">
                <ns1:solidFill>
                  <ns1:srgbClr val="68748A"/>
                </ns1:solidFill>
              </ns1:defRPr>
            </ns1:pPr>
            <ns1:r>
              <ns1:rPr sz="1200" b="1" lang="en-US">
                <ns1:solidFill>
                  <ns1:srgbClr val="68748A"/>
                </ns1:solidFill>
              </ns1:rPr>
              <ns1:t>PRICE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995A33E5-679D-43DF-A2E5-5EA0E35C70F7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3381375"/>
            <ns1:ext cx="4476750" cy="857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450" b="1">
                <ns1:solidFill>
                  <ns1:srgbClr val="246BFD"/>
                </ns1:solidFill>
              </ns1:defRPr>
            </ns1:defPPr>
            <ns1:lvl1pPr algn="l">
              <ns1:defRPr sz="3450" b="1">
                <ns1:solidFill>
                  <ns1:srgbClr val="246BFD"/>
                </ns1:solidFill>
              </ns1:defRPr>
            </ns1:lvl1pPr>
            <ns1:lvl2pPr algn="l">
              <ns1:defRPr sz="3450" b="1">
                <ns1:solidFill>
                  <ns1:srgbClr val="246BFD"/>
                </ns1:solidFill>
              </ns1:defRPr>
            </ns1:lvl2pPr>
            <ns1:lvl3pPr algn="l">
              <ns1:defRPr sz="3450" b="1">
                <ns1:solidFill>
                  <ns1:srgbClr val="246BFD"/>
                </ns1:solidFill>
              </ns1:defRPr>
            </ns1:lvl3pPr>
            <ns1:lvl4pPr algn="l">
              <ns1:defRPr sz="3450" b="1">
                <ns1:solidFill>
                  <ns1:srgbClr val="246BFD"/>
                </ns1:solidFill>
              </ns1:defRPr>
            </ns1:lvl4pPr>
            <ns1:lvl5pPr algn="l">
              <ns1:defRPr sz="3450" b="1">
                <ns1:solidFill>
                  <ns1:srgbClr val="246BFD"/>
                </ns1:solidFill>
              </ns1:defRPr>
            </ns1:lvl5pPr>
            <ns1:lvl6pPr algn="l">
              <ns1:defRPr sz="3450" b="1">
                <ns1:solidFill>
                  <ns1:srgbClr val="246BFD"/>
                </ns1:solidFill>
              </ns1:defRPr>
            </ns1:lvl6pPr>
            <ns1:lvl7pPr algn="l">
              <ns1:defRPr sz="3450" b="1">
                <ns1:solidFill>
                  <ns1:srgbClr val="246BFD"/>
                </ns1:solidFill>
              </ns1:defRPr>
            </ns1:lvl7pPr>
            <ns1:lvl8pPr algn="l">
              <ns1:defRPr sz="3450" b="1">
                <ns1:solidFill>
                  <ns1:srgbClr val="246BFD"/>
                </ns1:solidFill>
              </ns1:defRPr>
            </ns1:lvl8pPr>
            <ns1:lvl9pPr algn="l">
              <ns1:defRPr sz="3450" b="1">
                <ns1:solidFill>
                  <ns1:srgbClr val="246BFD"/>
                </ns1:solidFill>
              </ns1:defRPr>
            </ns1:lvl9pPr>
          </ns1:lstStyle>
          <ns1:p>
            <ns1:pPr algn="l">
              <ns1:defRPr sz="3450" b="1">
                <ns1:solidFill>
                  <ns1:srgbClr val="246BFD"/>
                </ns1:solidFill>
              </ns1:defRPr>
            </ns1:pPr>
            <ns1:r>
              <ns1:rPr sz="3450" b="1" lang="en-US">
                <ns1:solidFill>
                  <ns1:srgbClr val="246BFD"/>
                </ns1:solidFill>
              </ns1:rPr>
              <ns1:t>from 60,000 ₽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7B8D0071-25DE-4E00-97C7-9B2CB2182BE5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2857500"/>
            <ns1:ext cx="38100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00" b="1">
                <ns1:solidFill>
                  <ns1:srgbClr val="68748A"/>
                </ns1:solidFill>
              </ns1:defRPr>
            </ns1:defPPr>
            <ns1:lvl1pPr algn="l">
              <ns1:defRPr sz="1200" b="1">
                <ns1:solidFill>
                  <ns1:srgbClr val="68748A"/>
                </ns1:solidFill>
              </ns1:defRPr>
            </ns1:lvl1pPr>
            <ns1:lvl2pPr algn="l">
              <ns1:defRPr sz="1200" b="1">
                <ns1:solidFill>
                  <ns1:srgbClr val="68748A"/>
                </ns1:solidFill>
              </ns1:defRPr>
            </ns1:lvl2pPr>
            <ns1:lvl3pPr algn="l">
              <ns1:defRPr sz="1200" b="1">
                <ns1:solidFill>
                  <ns1:srgbClr val="68748A"/>
                </ns1:solidFill>
              </ns1:defRPr>
            </ns1:lvl3pPr>
            <ns1:lvl4pPr algn="l">
              <ns1:defRPr sz="1200" b="1">
                <ns1:solidFill>
                  <ns1:srgbClr val="68748A"/>
                </ns1:solidFill>
              </ns1:defRPr>
            </ns1:lvl4pPr>
            <ns1:lvl5pPr algn="l">
              <ns1:defRPr sz="1200" b="1">
                <ns1:solidFill>
                  <ns1:srgbClr val="68748A"/>
                </ns1:solidFill>
              </ns1:defRPr>
            </ns1:lvl5pPr>
            <ns1:lvl6pPr algn="l">
              <ns1:defRPr sz="1200" b="1">
                <ns1:solidFill>
                  <ns1:srgbClr val="68748A"/>
                </ns1:solidFill>
              </ns1:defRPr>
            </ns1:lvl6pPr>
            <ns1:lvl7pPr algn="l">
              <ns1:defRPr sz="1200" b="1">
                <ns1:solidFill>
                  <ns1:srgbClr val="68748A"/>
                </ns1:solidFill>
              </ns1:defRPr>
            </ns1:lvl7pPr>
            <ns1:lvl8pPr algn="l">
              <ns1:defRPr sz="1200" b="1">
                <ns1:solidFill>
                  <ns1:srgbClr val="68748A"/>
                </ns1:solidFill>
              </ns1:defRPr>
            </ns1:lvl8pPr>
            <ns1:lvl9pPr algn="l">
              <ns1:defRPr sz="1200" b="1">
                <ns1:solidFill>
                  <ns1:srgbClr val="68748A"/>
                </ns1:solidFill>
              </ns1:defRPr>
            </ns1:lvl9pPr>
          </ns1:lstStyle>
          <ns1:p>
            <ns1:pPr algn="l">
              <ns1:defRPr sz="1200" b="1">
                <ns1:solidFill>
                  <ns1:srgbClr val="68748A"/>
                </ns1:solidFill>
              </ns1:defRPr>
            </ns1:pPr>
            <ns1:r>
              <ns1:rPr sz="1200" b="1" lang="en-US">
                <ns1:solidFill>
                  <ns1:srgbClr val="68748A"/>
                </ns1:solidFill>
              </ns1:rPr>
              <ns1:t>TIMELINE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476F0DD5-F1DD-4109-8EA4-FDFA1640FBAD}"/>
              </ns1:ext>
            </ns1:extLst>
          </ns0:cNvPr>
          <ns0:cNvSpPr>
            <ns1:spLocks noGrp="1"/>
          </ns0:cNvSpPr>
          <ns0:nvPr/>
        </ns0:nvSpPr>
        <ns0:spPr>
          <ns1:xfrm>
            <ns1:off x="6667500" y="3381375"/>
            <ns1:ext cx="4476750" cy="857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150" b="1">
                <ns1:solidFill>
                  <ns1:srgbClr val="F47B61"/>
                </ns1:solidFill>
              </ns1:defRPr>
            </ns1:defPPr>
            <ns1:lvl1pPr algn="l">
              <ns1:defRPr sz="3150" b="1">
                <ns1:solidFill>
                  <ns1:srgbClr val="F47B61"/>
                </ns1:solidFill>
              </ns1:defRPr>
            </ns1:lvl1pPr>
            <ns1:lvl2pPr algn="l">
              <ns1:defRPr sz="3150" b="1">
                <ns1:solidFill>
                  <ns1:srgbClr val="F47B61"/>
                </ns1:solidFill>
              </ns1:defRPr>
            </ns1:lvl2pPr>
            <ns1:lvl3pPr algn="l">
              <ns1:defRPr sz="3150" b="1">
                <ns1:solidFill>
                  <ns1:srgbClr val="F47B61"/>
                </ns1:solidFill>
              </ns1:defRPr>
            </ns1:lvl3pPr>
            <ns1:lvl4pPr algn="l">
              <ns1:defRPr sz="3150" b="1">
                <ns1:solidFill>
                  <ns1:srgbClr val="F47B61"/>
                </ns1:solidFill>
              </ns1:defRPr>
            </ns1:lvl4pPr>
            <ns1:lvl5pPr algn="l">
              <ns1:defRPr sz="3150" b="1">
                <ns1:solidFill>
                  <ns1:srgbClr val="F47B61"/>
                </ns1:solidFill>
              </ns1:defRPr>
            </ns1:lvl5pPr>
            <ns1:lvl6pPr algn="l">
              <ns1:defRPr sz="3150" b="1">
                <ns1:solidFill>
                  <ns1:srgbClr val="F47B61"/>
                </ns1:solidFill>
              </ns1:defRPr>
            </ns1:lvl6pPr>
            <ns1:lvl7pPr algn="l">
              <ns1:defRPr sz="3150" b="1">
                <ns1:solidFill>
                  <ns1:srgbClr val="F47B61"/>
                </ns1:solidFill>
              </ns1:defRPr>
            </ns1:lvl7pPr>
            <ns1:lvl8pPr algn="l">
              <ns1:defRPr sz="3150" b="1">
                <ns1:solidFill>
                  <ns1:srgbClr val="F47B61"/>
                </ns1:solidFill>
              </ns1:defRPr>
            </ns1:lvl8pPr>
            <ns1:lvl9pPr algn="l">
              <ns1:defRPr sz="31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3150" b="1">
                <ns1:solidFill>
                  <ns1:srgbClr val="F47B61"/>
                </ns1:solidFill>
              </ns1:defRPr>
            </ns1:pPr>
            <ns1:r>
              <ns1:rPr sz="3150" b="1" lang="en-US">
                <ns1:solidFill>
                  <ns1:srgbClr val="F47B61"/>
                </ns1:solidFill>
              </ns1:rPr>
              <ns1:t>15 business days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E86AD403-6E34-4D54-9F61-8E87F865BEC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857750"/>
            <ns1:ext cx="10572750" cy="19050"/>
          </ns1:xfrm>
          <ns1:prstGeom prst="rect">
            <ns1:avLst/>
          </ns1:prstGeom>
          <ns1:solidFill>
            <ns1:srgbClr val="D9E0EB"/>
          </ns1:solidFill>
          <ns1:ln w="0">
            <ns1:noFill/>
            <ns1:prstDash val="solid"/>
          </ns1:ln>
        </ns0:spPr>
      </ns0:sp>
      <ns0:sp>
        <ns0:nvSpPr>
          <ns0:cNvPr id="9" name="">
            <ns1:extLst>
              <ns1:ext uri="{FF2B5EF4-FFF2-40B4-BE49-F238E27FC236}">
                <ns2:creationId id="{082F0131-2D80-4EB8-8974-D6E3E79D61B1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191125"/>
            <ns1:ext cx="1000125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575" b="1">
                <ns1:solidFill>
                  <ns1:srgbClr val="151C2B"/>
                </ns1:solidFill>
              </ns1:defRPr>
            </ns1:defPPr>
            <ns1:lvl1pPr algn="l">
              <ns1:defRPr sz="1575" b="1">
                <ns1:solidFill>
                  <ns1:srgbClr val="151C2B"/>
                </ns1:solidFill>
              </ns1:defRPr>
            </ns1:lvl1pPr>
            <ns1:lvl2pPr algn="l">
              <ns1:defRPr sz="1575" b="1">
                <ns1:solidFill>
                  <ns1:srgbClr val="151C2B"/>
                </ns1:solidFill>
              </ns1:defRPr>
            </ns1:lvl2pPr>
            <ns1:lvl3pPr algn="l">
              <ns1:defRPr sz="1575" b="1">
                <ns1:solidFill>
                  <ns1:srgbClr val="151C2B"/>
                </ns1:solidFill>
              </ns1:defRPr>
            </ns1:lvl3pPr>
            <ns1:lvl4pPr algn="l">
              <ns1:defRPr sz="1575" b="1">
                <ns1:solidFill>
                  <ns1:srgbClr val="151C2B"/>
                </ns1:solidFill>
              </ns1:defRPr>
            </ns1:lvl4pPr>
            <ns1:lvl5pPr algn="l">
              <ns1:defRPr sz="1575" b="1">
                <ns1:solidFill>
                  <ns1:srgbClr val="151C2B"/>
                </ns1:solidFill>
              </ns1:defRPr>
            </ns1:lvl5pPr>
            <ns1:lvl6pPr algn="l">
              <ns1:defRPr sz="1575" b="1">
                <ns1:solidFill>
                  <ns1:srgbClr val="151C2B"/>
                </ns1:solidFill>
              </ns1:defRPr>
            </ns1:lvl6pPr>
            <ns1:lvl7pPr algn="l">
              <ns1:defRPr sz="1575" b="1">
                <ns1:solidFill>
                  <ns1:srgbClr val="151C2B"/>
                </ns1:solidFill>
              </ns1:defRPr>
            </ns1:lvl7pPr>
            <ns1:lvl8pPr algn="l">
              <ns1:defRPr sz="1575" b="1">
                <ns1:solidFill>
                  <ns1:srgbClr val="151C2B"/>
                </ns1:solidFill>
              </ns1:defRPr>
            </ns1:lvl8pPr>
            <ns1:lvl9pPr algn="l">
              <ns1:defRPr sz="1575" b="1">
                <ns1:solidFill>
                  <ns1:srgbClr val="151C2B"/>
                </ns1:solidFill>
              </ns1:defRPr>
            </ns1:lvl9pPr>
          </ns1:lstStyle>
          <ns1:p>
            <ns1:pPr algn="l">
              <ns1:defRPr sz="1575" b="1">
                <ns1:solidFill>
                  <ns1:srgbClr val="151C2B"/>
                </ns1:solidFill>
              </ns1:defRPr>
            </ns1:pPr>
            <ns1:r>
              <ns1:rPr sz="1575" b="1" lang="en-US">
                <ns1:solidFill>
                  <ns1:srgbClr val="151C2B"/>
                </ns1:solidFill>
              </ns1:rPr>
              <ns1:t>Budget and schedule follow the requirements review.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CC3D7CC4-4FDA-46D0-AAE5-0795A288C51C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68748A"/>
                </ns1:solidFill>
              </ns1:defRPr>
            </ns1:defPPr>
            <ns1:lvl1pPr algn="l">
              <ns1:defRPr sz="900" b="1">
                <ns1:solidFill>
                  <ns1:srgbClr val="68748A"/>
                </ns1:solidFill>
              </ns1:defRPr>
            </ns1:lvl1pPr>
            <ns1:lvl2pPr algn="l">
              <ns1:defRPr sz="900" b="1">
                <ns1:solidFill>
                  <ns1:srgbClr val="68748A"/>
                </ns1:solidFill>
              </ns1:defRPr>
            </ns1:lvl2pPr>
            <ns1:lvl3pPr algn="l">
              <ns1:defRPr sz="900" b="1">
                <ns1:solidFill>
                  <ns1:srgbClr val="68748A"/>
                </ns1:solidFill>
              </ns1:defRPr>
            </ns1:lvl3pPr>
            <ns1:lvl4pPr algn="l">
              <ns1:defRPr sz="900" b="1">
                <ns1:solidFill>
                  <ns1:srgbClr val="68748A"/>
                </ns1:solidFill>
              </ns1:defRPr>
            </ns1:lvl4pPr>
            <ns1:lvl5pPr algn="l">
              <ns1:defRPr sz="900" b="1">
                <ns1:solidFill>
                  <ns1:srgbClr val="68748A"/>
                </ns1:solidFill>
              </ns1:defRPr>
            </ns1:lvl5pPr>
            <ns1:lvl6pPr algn="l">
              <ns1:defRPr sz="900" b="1">
                <ns1:solidFill>
                  <ns1:srgbClr val="68748A"/>
                </ns1:solidFill>
              </ns1:defRPr>
            </ns1:lvl6pPr>
            <ns1:lvl7pPr algn="l">
              <ns1:defRPr sz="900" b="1">
                <ns1:solidFill>
                  <ns1:srgbClr val="68748A"/>
                </ns1:solidFill>
              </ns1:defRPr>
            </ns1:lvl7pPr>
            <ns1:lvl8pPr algn="l">
              <ns1:defRPr sz="900" b="1">
                <ns1:solidFill>
                  <ns1:srgbClr val="68748A"/>
                </ns1:solidFill>
              </ns1:defRPr>
            </ns1:lvl8pPr>
            <ns1:lvl9pPr algn="l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l">
              <ns1:defRPr sz="900" b="1">
                <ns1:solidFill>
                  <ns1:srgbClr val="68748A"/>
                </ns1:solidFill>
              </ns1:defRPr>
            </ns1:pPr>
            <ns1:r>
              <ns1:rPr sz="900" b="1" lang="en-US">
                <ns1:solidFill>
                  <ns1:srgbClr val="68748A"/>
                </ns1:solidFill>
              </ns1:rPr>
              <ns1:t>KOPYTOV DIGITAL  /  PROPOSAL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6C925B91-D4F2-4CB7-8666-C5E25826B72C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68748A"/>
                </ns1:solidFill>
              </ns1:defRPr>
            </ns1:defPPr>
            <ns1:lvl1pPr algn="r">
              <ns1:defRPr sz="900" b="1">
                <ns1:solidFill>
                  <ns1:srgbClr val="68748A"/>
                </ns1:solidFill>
              </ns1:defRPr>
            </ns1:lvl1pPr>
            <ns1:lvl2pPr algn="r">
              <ns1:defRPr sz="900" b="1">
                <ns1:solidFill>
                  <ns1:srgbClr val="68748A"/>
                </ns1:solidFill>
              </ns1:defRPr>
            </ns1:lvl2pPr>
            <ns1:lvl3pPr algn="r">
              <ns1:defRPr sz="900" b="1">
                <ns1:solidFill>
                  <ns1:srgbClr val="68748A"/>
                </ns1:solidFill>
              </ns1:defRPr>
            </ns1:lvl3pPr>
            <ns1:lvl4pPr algn="r">
              <ns1:defRPr sz="900" b="1">
                <ns1:solidFill>
                  <ns1:srgbClr val="68748A"/>
                </ns1:solidFill>
              </ns1:defRPr>
            </ns1:lvl4pPr>
            <ns1:lvl5pPr algn="r">
              <ns1:defRPr sz="900" b="1">
                <ns1:solidFill>
                  <ns1:srgbClr val="68748A"/>
                </ns1:solidFill>
              </ns1:defRPr>
            </ns1:lvl5pPr>
            <ns1:lvl6pPr algn="r">
              <ns1:defRPr sz="900" b="1">
                <ns1:solidFill>
                  <ns1:srgbClr val="68748A"/>
                </ns1:solidFill>
              </ns1:defRPr>
            </ns1:lvl6pPr>
            <ns1:lvl7pPr algn="r">
              <ns1:defRPr sz="900" b="1">
                <ns1:solidFill>
                  <ns1:srgbClr val="68748A"/>
                </ns1:solidFill>
              </ns1:defRPr>
            </ns1:lvl7pPr>
            <ns1:lvl8pPr algn="r">
              <ns1:defRPr sz="900" b="1">
                <ns1:solidFill>
                  <ns1:srgbClr val="68748A"/>
                </ns1:solidFill>
              </ns1:defRPr>
            </ns1:lvl8pPr>
            <ns1:lvl9pPr algn="r">
              <ns1:defRPr sz="900" b="1">
                <ns1:solidFill>
                  <ns1:srgbClr val="68748A"/>
                </ns1:solidFill>
              </ns1:defRPr>
            </ns1:lvl9pPr>
          </ns1:lstStyle>
          <ns1:p>
            <ns1:pPr algn="r">
              <ns1:defRPr sz="900" b="1">
                <ns1:solidFill>
                  <ns1:srgbClr val="68748A"/>
                </ns1:solidFill>
              </ns1:defRPr>
            </ns1:pPr>
            <ns1:r>
              <ns1:rPr sz="900" b="1" lang="en-US">
                <ns1:solidFill>
                  <ns1:srgbClr val="68748A"/>
                </ns1:solidFill>
              </ns1:rPr>
              <ns1:t>06</ns1:t>
            </ns1:r>
          </ns1:p>
        </ns0:txBody>
      </ns0:sp>
    </ns0:spTree>
    <ns0:extLst>
      <ns0:ext uri="{BB962C8B-B14F-4D97-AF65-F5344CB8AC3E}">
        <ns3:creationId val="878138302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10182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">
            <ns1:extLst>
              <ns1:ext uri="{FF2B5EF4-FFF2-40B4-BE49-F238E27FC236}">
                <ns2:creationId id="{86B5AF39-C0E9-4335-A02A-846FF609D17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71500"/>
            <ns1:ext cx="3048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350" b="1">
                <ns1:solidFill>
                  <ns1:srgbClr val="F47B61"/>
                </ns1:solidFill>
              </ns1:defRPr>
            </ns1:defPPr>
            <ns1:lvl1pPr algn="l">
              <ns1:defRPr sz="1350" b="1">
                <ns1:solidFill>
                  <ns1:srgbClr val="F47B61"/>
                </ns1:solidFill>
              </ns1:defRPr>
            </ns1:lvl1pPr>
            <ns1:lvl2pPr algn="l">
              <ns1:defRPr sz="1350" b="1">
                <ns1:solidFill>
                  <ns1:srgbClr val="F47B61"/>
                </ns1:solidFill>
              </ns1:defRPr>
            </ns1:lvl2pPr>
            <ns1:lvl3pPr algn="l">
              <ns1:defRPr sz="1350" b="1">
                <ns1:solidFill>
                  <ns1:srgbClr val="F47B61"/>
                </ns1:solidFill>
              </ns1:defRPr>
            </ns1:lvl3pPr>
            <ns1:lvl4pPr algn="l">
              <ns1:defRPr sz="1350" b="1">
                <ns1:solidFill>
                  <ns1:srgbClr val="F47B61"/>
                </ns1:solidFill>
              </ns1:defRPr>
            </ns1:lvl4pPr>
            <ns1:lvl5pPr algn="l">
              <ns1:defRPr sz="1350" b="1">
                <ns1:solidFill>
                  <ns1:srgbClr val="F47B61"/>
                </ns1:solidFill>
              </ns1:defRPr>
            </ns1:lvl5pPr>
            <ns1:lvl6pPr algn="l">
              <ns1:defRPr sz="1350" b="1">
                <ns1:solidFill>
                  <ns1:srgbClr val="F47B61"/>
                </ns1:solidFill>
              </ns1:defRPr>
            </ns1:lvl6pPr>
            <ns1:lvl7pPr algn="l">
              <ns1:defRPr sz="1350" b="1">
                <ns1:solidFill>
                  <ns1:srgbClr val="F47B61"/>
                </ns1:solidFill>
              </ns1:defRPr>
            </ns1:lvl7pPr>
            <ns1:lvl8pPr algn="l">
              <ns1:defRPr sz="1350" b="1">
                <ns1:solidFill>
                  <ns1:srgbClr val="F47B61"/>
                </ns1:solidFill>
              </ns1:defRPr>
            </ns1:lvl8pPr>
            <ns1:lvl9pPr algn="l">
              <ns1:defRPr sz="1350" b="1">
                <ns1:solidFill>
                  <ns1:srgbClr val="F47B61"/>
                </ns1:solidFill>
              </ns1:defRPr>
            </ns1:lvl9pPr>
          </ns1:lstStyle>
          <ns1:p>
            <ns1:pPr algn="l">
              <ns1:defRPr sz="1350" b="1">
                <ns1:solidFill>
                  <ns1:srgbClr val="F47B61"/>
                </ns1:solidFill>
              </ns1:defRPr>
            </ns1:pPr>
            <ns1:r>
              <ns1:rPr sz="1350" b="1" lang="en-US">
                <ns1:solidFill>
                  <ns1:srgbClr val="F47B61"/>
                </ns1:solidFill>
              </ns1:rPr>
              <ns1:t>KOPYTOV DIGITAL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2B2585B4-08C3-41CA-BF5A-E965DFDC5CF3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19250"/>
            <ns1:ext cx="8191500" cy="1047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3600" b="1">
                <ns1:solidFill>
                  <ns1:srgbClr val="FFFFFF"/>
                </ns1:solidFill>
              </ns1:defRPr>
            </ns1:defPPr>
            <ns1:lvl1pPr algn="l">
              <ns1:defRPr sz="3600" b="1">
                <ns1:solidFill>
                  <ns1:srgbClr val="FFFFFF"/>
                </ns1:solidFill>
              </ns1:defRPr>
            </ns1:lvl1pPr>
            <ns1:lvl2pPr algn="l">
              <ns1:defRPr sz="3600" b="1">
                <ns1:solidFill>
                  <ns1:srgbClr val="FFFFFF"/>
                </ns1:solidFill>
              </ns1:defRPr>
            </ns1:lvl2pPr>
            <ns1:lvl3pPr algn="l">
              <ns1:defRPr sz="3600" b="1">
                <ns1:solidFill>
                  <ns1:srgbClr val="FFFFFF"/>
                </ns1:solidFill>
              </ns1:defRPr>
            </ns1:lvl3pPr>
            <ns1:lvl4pPr algn="l">
              <ns1:defRPr sz="3600" b="1">
                <ns1:solidFill>
                  <ns1:srgbClr val="FFFFFF"/>
                </ns1:solidFill>
              </ns1:defRPr>
            </ns1:lvl4pPr>
            <ns1:lvl5pPr algn="l">
              <ns1:defRPr sz="3600" b="1">
                <ns1:solidFill>
                  <ns1:srgbClr val="FFFFFF"/>
                </ns1:solidFill>
              </ns1:defRPr>
            </ns1:lvl5pPr>
            <ns1:lvl6pPr algn="l">
              <ns1:defRPr sz="3600" b="1">
                <ns1:solidFill>
                  <ns1:srgbClr val="FFFFFF"/>
                </ns1:solidFill>
              </ns1:defRPr>
            </ns1:lvl6pPr>
            <ns1:lvl7pPr algn="l">
              <ns1:defRPr sz="3600" b="1">
                <ns1:solidFill>
                  <ns1:srgbClr val="FFFFFF"/>
                </ns1:solidFill>
              </ns1:defRPr>
            </ns1:lvl7pPr>
            <ns1:lvl8pPr algn="l">
              <ns1:defRPr sz="3600" b="1">
                <ns1:solidFill>
                  <ns1:srgbClr val="FFFFFF"/>
                </ns1:solidFill>
              </ns1:defRPr>
            </ns1:lvl8pPr>
            <ns1:lvl9pPr algn="l">
              <ns1:defRPr sz="3600" b="1">
                <ns1:solidFill>
                  <ns1:srgbClr val="FFFFFF"/>
                </ns1:solidFill>
              </ns1:defRPr>
            </ns1:lvl9pPr>
          </ns1:lstStyle>
          <ns1:p>
            <ns1:pPr algn="l">
              <ns1:defRPr sz="3600" b="1">
                <ns1:solidFill>
                  <ns1:srgbClr val="FFFFFF"/>
                </ns1:solidFill>
              </ns1:defRPr>
            </ns1:pPr>
            <ns1:r>
              <ns1:rPr sz="3600" b="1" lang="en-US">
                <ns1:solidFill>
                  <ns1:srgbClr val="FFFFFF"/>
                </ns1:solidFill>
              </ns1:rPr>
              <ns1:t>Let's discuss your project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EC7C4974-47B1-4839-8AA1-4F771863E0A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905125"/>
            <ns1:ext cx="7239000" cy="952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725" b="0">
                <ns1:solidFill>
                  <ns1:srgbClr val="C6D0E1"/>
                </ns1:solidFill>
              </ns1:defRPr>
            </ns1:defPPr>
            <ns1:lvl1pPr algn="l">
              <ns1:defRPr sz="1725" b="0">
                <ns1:solidFill>
                  <ns1:srgbClr val="C6D0E1"/>
                </ns1:solidFill>
              </ns1:defRPr>
            </ns1:lvl1pPr>
            <ns1:lvl2pPr algn="l">
              <ns1:defRPr sz="1725" b="0">
                <ns1:solidFill>
                  <ns1:srgbClr val="C6D0E1"/>
                </ns1:solidFill>
              </ns1:defRPr>
            </ns1:lvl2pPr>
            <ns1:lvl3pPr algn="l">
              <ns1:defRPr sz="1725" b="0">
                <ns1:solidFill>
                  <ns1:srgbClr val="C6D0E1"/>
                </ns1:solidFill>
              </ns1:defRPr>
            </ns1:lvl3pPr>
            <ns1:lvl4pPr algn="l">
              <ns1:defRPr sz="1725" b="0">
                <ns1:solidFill>
                  <ns1:srgbClr val="C6D0E1"/>
                </ns1:solidFill>
              </ns1:defRPr>
            </ns1:lvl4pPr>
            <ns1:lvl5pPr algn="l">
              <ns1:defRPr sz="1725" b="0">
                <ns1:solidFill>
                  <ns1:srgbClr val="C6D0E1"/>
                </ns1:solidFill>
              </ns1:defRPr>
            </ns1:lvl5pPr>
            <ns1:lvl6pPr algn="l">
              <ns1:defRPr sz="1725" b="0">
                <ns1:solidFill>
                  <ns1:srgbClr val="C6D0E1"/>
                </ns1:solidFill>
              </ns1:defRPr>
            </ns1:lvl6pPr>
            <ns1:lvl7pPr algn="l">
              <ns1:defRPr sz="1725" b="0">
                <ns1:solidFill>
                  <ns1:srgbClr val="C6D0E1"/>
                </ns1:solidFill>
              </ns1:defRPr>
            </ns1:lvl7pPr>
            <ns1:lvl8pPr algn="l">
              <ns1:defRPr sz="1725" b="0">
                <ns1:solidFill>
                  <ns1:srgbClr val="C6D0E1"/>
                </ns1:solidFill>
              </ns1:defRPr>
            </ns1:lvl8pPr>
            <ns1:lvl9pPr algn="l">
              <ns1:defRPr sz="1725" b="0">
                <ns1:solidFill>
                  <ns1:srgbClr val="C6D0E1"/>
                </ns1:solidFill>
              </ns1:defRPr>
            </ns1:lvl9pPr>
          </ns1:lstStyle>
          <ns1:p>
            <ns1:pPr algn="l">
              <ns1:defRPr sz="1725" b="0">
                <ns1:solidFill>
                  <ns1:srgbClr val="C6D0E1"/>
                </ns1:solidFill>
              </ns1:defRPr>
            </ns1:pPr>
            <ns1:r>
              <ns1:rPr sz="1725" b="0" lang="en-US">
                <ns1:solidFill>
                  <ns1:srgbClr val="C6D0E1"/>
                </ns1:solidFill>
              </ns1:rPr>
              <ns1:t>Tell us your goal and needed features. We'll prepare an estimate after reviewing the requirements.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E9C222E7-6E1D-4AC7-AAE8-C4A7B330E40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476750"/>
            <ns1:ext cx="3143250" cy="571500"/>
          </ns1:xfrm>
          <ns1:prstGeom prst="roundRect">
            <ns1:avLst>
              <ns1:gd name="adj" fmla="val 20000"/>
            </ns1:avLst>
          </ns1:prstGeom>
          <ns1:solidFill>
            <ns1:srgbClr val="246BFD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015A2D3C-1F34-4559-8CA8-E60F47E7D997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581525"/>
            <ns1:ext cx="2714625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ctr">
              <ns1:defRPr sz="1275" b="1">
                <ns1:solidFill>
                  <ns1:srgbClr val="FFFFFF"/>
                </ns1:solidFill>
              </ns1:defRPr>
            </ns1:defPPr>
            <ns1:lvl1pPr algn="ctr">
              <ns1:defRPr sz="1275" b="1">
                <ns1:solidFill>
                  <ns1:srgbClr val="FFFFFF"/>
                </ns1:solidFill>
              </ns1:defRPr>
            </ns1:lvl1pPr>
            <ns1:lvl2pPr algn="ctr">
              <ns1:defRPr sz="1275" b="1">
                <ns1:solidFill>
                  <ns1:srgbClr val="FFFFFF"/>
                </ns1:solidFill>
              </ns1:defRPr>
            </ns1:lvl2pPr>
            <ns1:lvl3pPr algn="ctr">
              <ns1:defRPr sz="1275" b="1">
                <ns1:solidFill>
                  <ns1:srgbClr val="FFFFFF"/>
                </ns1:solidFill>
              </ns1:defRPr>
            </ns1:lvl3pPr>
            <ns1:lvl4pPr algn="ctr">
              <ns1:defRPr sz="1275" b="1">
                <ns1:solidFill>
                  <ns1:srgbClr val="FFFFFF"/>
                </ns1:solidFill>
              </ns1:defRPr>
            </ns1:lvl4pPr>
            <ns1:lvl5pPr algn="ctr">
              <ns1:defRPr sz="1275" b="1">
                <ns1:solidFill>
                  <ns1:srgbClr val="FFFFFF"/>
                </ns1:solidFill>
              </ns1:defRPr>
            </ns1:lvl5pPr>
            <ns1:lvl6pPr algn="ctr">
              <ns1:defRPr sz="1275" b="1">
                <ns1:solidFill>
                  <ns1:srgbClr val="FFFFFF"/>
                </ns1:solidFill>
              </ns1:defRPr>
            </ns1:lvl6pPr>
            <ns1:lvl7pPr algn="ctr">
              <ns1:defRPr sz="1275" b="1">
                <ns1:solidFill>
                  <ns1:srgbClr val="FFFFFF"/>
                </ns1:solidFill>
              </ns1:defRPr>
            </ns1:lvl7pPr>
            <ns1:lvl8pPr algn="ctr">
              <ns1:defRPr sz="1275" b="1">
                <ns1:solidFill>
                  <ns1:srgbClr val="FFFFFF"/>
                </ns1:solidFill>
              </ns1:defRPr>
            </ns1:lvl8pPr>
            <ns1:lvl9pPr algn="ctr">
              <ns1:defRPr sz="1275" b="1">
                <ns1:solidFill>
                  <ns1:srgbClr val="FFFFFF"/>
                </ns1:solidFill>
              </ns1:defRPr>
            </ns1:lvl9pPr>
          </ns1:lstStyle>
          <ns1:p>
            <ns1:pPr algn="ctr">
              <ns1:defRPr sz="1275" b="1">
                <ns1:solidFill>
                  <ns1:srgbClr val="FFFFFF"/>
                </ns1:solidFill>
              </ns1:defRPr>
            </ns1:pPr>
            <ns1:r>
              <ns1:rPr sz="1275" b="1" lang="en-US">
                <ns1:solidFill>
                  <ns1:srgbClr val="FFFFFF"/>
                </ns1:solidFill>
              </ns1:rPr>
              <ns1:t>START A CONVERSATION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4C85E0D1-01FE-42D4-AD02-EF703D6516C7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476875"/>
            <ns1:ext cx="57150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1275" b="0">
                <ns1:solidFill>
                  <ns1:srgbClr val="9DA9BC"/>
                </ns1:solidFill>
              </ns1:defRPr>
            </ns1:defPPr>
            <ns1:lvl1pPr algn="l">
              <ns1:defRPr sz="1275" b="0">
                <ns1:solidFill>
                  <ns1:srgbClr val="9DA9BC"/>
                </ns1:solidFill>
              </ns1:defRPr>
            </ns1:lvl1pPr>
            <ns1:lvl2pPr algn="l">
              <ns1:defRPr sz="1275" b="0">
                <ns1:solidFill>
                  <ns1:srgbClr val="9DA9BC"/>
                </ns1:solidFill>
              </ns1:defRPr>
            </ns1:lvl2pPr>
            <ns1:lvl3pPr algn="l">
              <ns1:defRPr sz="1275" b="0">
                <ns1:solidFill>
                  <ns1:srgbClr val="9DA9BC"/>
                </ns1:solidFill>
              </ns1:defRPr>
            </ns1:lvl3pPr>
            <ns1:lvl4pPr algn="l">
              <ns1:defRPr sz="1275" b="0">
                <ns1:solidFill>
                  <ns1:srgbClr val="9DA9BC"/>
                </ns1:solidFill>
              </ns1:defRPr>
            </ns1:lvl4pPr>
            <ns1:lvl5pPr algn="l">
              <ns1:defRPr sz="1275" b="0">
                <ns1:solidFill>
                  <ns1:srgbClr val="9DA9BC"/>
                </ns1:solidFill>
              </ns1:defRPr>
            </ns1:lvl5pPr>
            <ns1:lvl6pPr algn="l">
              <ns1:defRPr sz="1275" b="0">
                <ns1:solidFill>
                  <ns1:srgbClr val="9DA9BC"/>
                </ns1:solidFill>
              </ns1:defRPr>
            </ns1:lvl6pPr>
            <ns1:lvl7pPr algn="l">
              <ns1:defRPr sz="1275" b="0">
                <ns1:solidFill>
                  <ns1:srgbClr val="9DA9BC"/>
                </ns1:solidFill>
              </ns1:defRPr>
            </ns1:lvl7pPr>
            <ns1:lvl8pPr algn="l">
              <ns1:defRPr sz="1275" b="0">
                <ns1:solidFill>
                  <ns1:srgbClr val="9DA9BC"/>
                </ns1:solidFill>
              </ns1:defRPr>
            </ns1:lvl8pPr>
            <ns1:lvl9pPr algn="l">
              <ns1:defRPr sz="1275" b="0">
                <ns1:solidFill>
                  <ns1:srgbClr val="9DA9BC"/>
                </ns1:solidFill>
              </ns1:defRPr>
            </ns1:lvl9pPr>
          </ns1:lstStyle>
          <ns1:p>
            <ns1:pPr algn="l">
              <ns1:defRPr sz="1275" b="0">
                <ns1:solidFill>
                  <ns1:srgbClr val="9DA9BC"/>
                </ns1:solidFill>
              </ns1:defRPr>
            </ns1:pPr>
            <ns1:r>
              <ns1:rPr sz="1275" b="0" lang="en-US">
                <ns1:solidFill>
                  <ns1:srgbClr val="9DA9BC"/>
                </ns1:solidFill>
              </ns1:rPr>
              <ns1:t>Kopytovdv1999@gmail.com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797BE450-CDB2-46DC-A6F5-B97D7DC3CA1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438900"/>
            <ns1:ext cx="3810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l">
              <ns1:defRPr sz="900" b="1">
                <ns1:solidFill>
                  <ns1:srgbClr val="9DA9BC"/>
                </ns1:solidFill>
              </ns1:defRPr>
            </ns1:defPPr>
            <ns1:lvl1pPr algn="l">
              <ns1:defRPr sz="900" b="1">
                <ns1:solidFill>
                  <ns1:srgbClr val="9DA9BC"/>
                </ns1:solidFill>
              </ns1:defRPr>
            </ns1:lvl1pPr>
            <ns1:lvl2pPr algn="l">
              <ns1:defRPr sz="900" b="1">
                <ns1:solidFill>
                  <ns1:srgbClr val="9DA9BC"/>
                </ns1:solidFill>
              </ns1:defRPr>
            </ns1:lvl2pPr>
            <ns1:lvl3pPr algn="l">
              <ns1:defRPr sz="900" b="1">
                <ns1:solidFill>
                  <ns1:srgbClr val="9DA9BC"/>
                </ns1:solidFill>
              </ns1:defRPr>
            </ns1:lvl3pPr>
            <ns1:lvl4pPr algn="l">
              <ns1:defRPr sz="900" b="1">
                <ns1:solidFill>
                  <ns1:srgbClr val="9DA9BC"/>
                </ns1:solidFill>
              </ns1:defRPr>
            </ns1:lvl4pPr>
            <ns1:lvl5pPr algn="l">
              <ns1:defRPr sz="900" b="1">
                <ns1:solidFill>
                  <ns1:srgbClr val="9DA9BC"/>
                </ns1:solidFill>
              </ns1:defRPr>
            </ns1:lvl5pPr>
            <ns1:lvl6pPr algn="l">
              <ns1:defRPr sz="900" b="1">
                <ns1:solidFill>
                  <ns1:srgbClr val="9DA9BC"/>
                </ns1:solidFill>
              </ns1:defRPr>
            </ns1:lvl6pPr>
            <ns1:lvl7pPr algn="l">
              <ns1:defRPr sz="900" b="1">
                <ns1:solidFill>
                  <ns1:srgbClr val="9DA9BC"/>
                </ns1:solidFill>
              </ns1:defRPr>
            </ns1:lvl7pPr>
            <ns1:lvl8pPr algn="l">
              <ns1:defRPr sz="900" b="1">
                <ns1:solidFill>
                  <ns1:srgbClr val="9DA9BC"/>
                </ns1:solidFill>
              </ns1:defRPr>
            </ns1:lvl8pPr>
            <ns1:lvl9pPr algn="l">
              <ns1:defRPr sz="900" b="1">
                <ns1:solidFill>
                  <ns1:srgbClr val="9DA9BC"/>
                </ns1:solidFill>
              </ns1:defRPr>
            </ns1:lvl9pPr>
          </ns1:lstStyle>
          <ns1:p>
            <ns1:pPr algn="l">
              <ns1:defRPr sz="900" b="1">
                <ns1:solidFill>
                  <ns1:srgbClr val="9DA9BC"/>
                </ns1:solidFill>
              </ns1:defRPr>
            </ns1:pPr>
            <ns1:r>
              <ns1:rPr sz="900" b="1" lang="en-US">
                <ns1:solidFill>
                  <ns1:srgbClr val="9DA9BC"/>
                </ns1:solidFill>
              </ns1:rPr>
              <ns1:t>KOPYTOV DIGITAL  /  PROPOSAL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162F7020-FF4B-4021-A8C1-574CC0924997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6438900"/>
            <ns1:ext cx="571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>
            <ns1:defPPr algn="r">
              <ns1:defRPr sz="900" b="1">
                <ns1:solidFill>
                  <ns1:srgbClr val="9DA9BC"/>
                </ns1:solidFill>
              </ns1:defRPr>
            </ns1:defPPr>
            <ns1:lvl1pPr algn="r">
              <ns1:defRPr sz="900" b="1">
                <ns1:solidFill>
                  <ns1:srgbClr val="9DA9BC"/>
                </ns1:solidFill>
              </ns1:defRPr>
            </ns1:lvl1pPr>
            <ns1:lvl2pPr algn="r">
              <ns1:defRPr sz="900" b="1">
                <ns1:solidFill>
                  <ns1:srgbClr val="9DA9BC"/>
                </ns1:solidFill>
              </ns1:defRPr>
            </ns1:lvl2pPr>
            <ns1:lvl3pPr algn="r">
              <ns1:defRPr sz="900" b="1">
                <ns1:solidFill>
                  <ns1:srgbClr val="9DA9BC"/>
                </ns1:solidFill>
              </ns1:defRPr>
            </ns1:lvl3pPr>
            <ns1:lvl4pPr algn="r">
              <ns1:defRPr sz="900" b="1">
                <ns1:solidFill>
                  <ns1:srgbClr val="9DA9BC"/>
                </ns1:solidFill>
              </ns1:defRPr>
            </ns1:lvl4pPr>
            <ns1:lvl5pPr algn="r">
              <ns1:defRPr sz="900" b="1">
                <ns1:solidFill>
                  <ns1:srgbClr val="9DA9BC"/>
                </ns1:solidFill>
              </ns1:defRPr>
            </ns1:lvl5pPr>
            <ns1:lvl6pPr algn="r">
              <ns1:defRPr sz="900" b="1">
                <ns1:solidFill>
                  <ns1:srgbClr val="9DA9BC"/>
                </ns1:solidFill>
              </ns1:defRPr>
            </ns1:lvl6pPr>
            <ns1:lvl7pPr algn="r">
              <ns1:defRPr sz="900" b="1">
                <ns1:solidFill>
                  <ns1:srgbClr val="9DA9BC"/>
                </ns1:solidFill>
              </ns1:defRPr>
            </ns1:lvl7pPr>
            <ns1:lvl8pPr algn="r">
              <ns1:defRPr sz="900" b="1">
                <ns1:solidFill>
                  <ns1:srgbClr val="9DA9BC"/>
                </ns1:solidFill>
              </ns1:defRPr>
            </ns1:lvl8pPr>
            <ns1:lvl9pPr algn="r">
              <ns1:defRPr sz="900" b="1">
                <ns1:solidFill>
                  <ns1:srgbClr val="9DA9BC"/>
                </ns1:solidFill>
              </ns1:defRPr>
            </ns1:lvl9pPr>
          </ns1:lstStyle>
          <ns1:p>
            <ns1:pPr algn="r">
              <ns1:defRPr sz="900" b="1">
                <ns1:solidFill>
                  <ns1:srgbClr val="9DA9BC"/>
                </ns1:solidFill>
              </ns1:defRPr>
            </ns1:pPr>
            <ns1:r>
              <ns1:rPr sz="900" b="1" lang="en-US">
                <ns1:solidFill>
                  <ns1:srgbClr val="9DA9BC"/>
                </ns1:solidFill>
              </ns1:rPr>
              <ns1:t>07</ns1:t>
            </ns1:r>
          </ns1:p>
        </ns0:txBody>
      </ns0:sp>
    </ns0:spTree>
    <ns0:extLst>
      <ns0:ext uri="{BB962C8B-B14F-4D97-AF65-F5344CB8AC3E}">
        <ns3:creationId val="3202748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2026-10-21T12:01:21.2270000Z</dcterms:created>
  <dcterms:modified xsi:type="dcterms:W3CDTF">2026-10-21T12:01:21.2270000Z</dcterms:modified>
</coreProperties>
</file>